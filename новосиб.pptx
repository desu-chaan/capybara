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2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FAD76F-AB3B-49B7-A3F1-546DBBB94732}" type="doc">
      <dgm:prSet loTypeId="urn:microsoft.com/office/officeart/2005/8/layout/target3" loCatId="relationship" qsTypeId="urn:microsoft.com/office/officeart/2005/8/quickstyle/simple3" qsCatId="simple" csTypeId="urn:microsoft.com/office/officeart/2005/8/colors/accent0_3" csCatId="mainScheme"/>
      <dgm:spPr/>
      <dgm:t>
        <a:bodyPr/>
        <a:lstStyle/>
        <a:p>
          <a:endParaRPr lang="ru-RU"/>
        </a:p>
      </dgm:t>
    </dgm:pt>
    <dgm:pt modelId="{FD81C280-B830-41B7-98AD-5B1158244EB0}">
      <dgm:prSet/>
      <dgm:spPr/>
      <dgm:t>
        <a:bodyPr/>
        <a:lstStyle/>
        <a:p>
          <a:pPr algn="l"/>
          <a:r>
            <a:rPr lang="ru-RU" b="1" dirty="0">
              <a:ln w="12700">
                <a:solidFill>
                  <a:schemeClr val="accent1">
                    <a:lumMod val="50000"/>
                  </a:schemeClr>
                </a:solidFill>
              </a:ln>
              <a:solidFill>
                <a:schemeClr val="bg1">
                  <a:lumMod val="85000"/>
                </a:schemeClr>
              </a:solidFill>
            </a:rPr>
            <a:t>1. Москва</a:t>
          </a:r>
          <a:endParaRPr lang="ru-RU" dirty="0">
            <a:ln w="12700">
              <a:solidFill>
                <a:schemeClr val="accent1">
                  <a:lumMod val="50000"/>
                </a:schemeClr>
              </a:solidFill>
            </a:ln>
            <a:solidFill>
              <a:schemeClr val="bg1">
                <a:lumMod val="85000"/>
              </a:schemeClr>
            </a:solidFill>
          </a:endParaRPr>
        </a:p>
      </dgm:t>
    </dgm:pt>
    <dgm:pt modelId="{55CD9E23-E4D4-4F8A-89A9-AED00517AF05}" type="parTrans" cxnId="{1EACD64E-C631-49D9-8F33-544423857A54}">
      <dgm:prSet/>
      <dgm:spPr/>
      <dgm:t>
        <a:bodyPr/>
        <a:lstStyle/>
        <a:p>
          <a:endParaRPr lang="ru-RU"/>
        </a:p>
      </dgm:t>
    </dgm:pt>
    <dgm:pt modelId="{090C6B7D-28A9-4CD2-83E2-06EC67ED2FC7}" type="sibTrans" cxnId="{1EACD64E-C631-49D9-8F33-544423857A54}">
      <dgm:prSet/>
      <dgm:spPr/>
      <dgm:t>
        <a:bodyPr/>
        <a:lstStyle/>
        <a:p>
          <a:endParaRPr lang="ru-RU"/>
        </a:p>
      </dgm:t>
    </dgm:pt>
    <dgm:pt modelId="{E52CBA8A-6BD7-46E7-A020-FCFB0AEC63DC}" type="pres">
      <dgm:prSet presAssocID="{98FAD76F-AB3B-49B7-A3F1-546DBBB94732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37B9755-3B1F-45A2-839B-6C9DF06AEA95}" type="pres">
      <dgm:prSet presAssocID="{FD81C280-B830-41B7-98AD-5B1158244EB0}" presName="circle1" presStyleLbl="node1" presStyleIdx="0" presStyleCnt="1"/>
      <dgm:spPr/>
    </dgm:pt>
    <dgm:pt modelId="{14A0B635-10BB-46DA-BCAD-989C86B0D241}" type="pres">
      <dgm:prSet presAssocID="{FD81C280-B830-41B7-98AD-5B1158244EB0}" presName="space" presStyleCnt="0"/>
      <dgm:spPr/>
    </dgm:pt>
    <dgm:pt modelId="{43B89916-BE3C-40E2-A6EA-4FA49B39C8BE}" type="pres">
      <dgm:prSet presAssocID="{FD81C280-B830-41B7-98AD-5B1158244EB0}" presName="rect1" presStyleLbl="alignAcc1" presStyleIdx="0" presStyleCnt="1"/>
      <dgm:spPr/>
    </dgm:pt>
    <dgm:pt modelId="{38BD5608-6B66-4CA6-ACBF-BACE062F7662}" type="pres">
      <dgm:prSet presAssocID="{FD81C280-B830-41B7-98AD-5B1158244EB0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357F5D3A-CEF7-4FBD-85BC-FE38D8949B91}" type="presOf" srcId="{FD81C280-B830-41B7-98AD-5B1158244EB0}" destId="{43B89916-BE3C-40E2-A6EA-4FA49B39C8BE}" srcOrd="0" destOrd="0" presId="urn:microsoft.com/office/officeart/2005/8/layout/target3"/>
    <dgm:cxn modelId="{1EACD64E-C631-49D9-8F33-544423857A54}" srcId="{98FAD76F-AB3B-49B7-A3F1-546DBBB94732}" destId="{FD81C280-B830-41B7-98AD-5B1158244EB0}" srcOrd="0" destOrd="0" parTransId="{55CD9E23-E4D4-4F8A-89A9-AED00517AF05}" sibTransId="{090C6B7D-28A9-4CD2-83E2-06EC67ED2FC7}"/>
    <dgm:cxn modelId="{C83BDADC-0E24-48C9-9489-70291CEA6D41}" type="presOf" srcId="{98FAD76F-AB3B-49B7-A3F1-546DBBB94732}" destId="{E52CBA8A-6BD7-46E7-A020-FCFB0AEC63DC}" srcOrd="0" destOrd="0" presId="urn:microsoft.com/office/officeart/2005/8/layout/target3"/>
    <dgm:cxn modelId="{AEF7F1F1-3C0C-4719-95BD-489BDE1AE472}" type="presOf" srcId="{FD81C280-B830-41B7-98AD-5B1158244EB0}" destId="{38BD5608-6B66-4CA6-ACBF-BACE062F7662}" srcOrd="1" destOrd="0" presId="urn:microsoft.com/office/officeart/2005/8/layout/target3"/>
    <dgm:cxn modelId="{039CD60B-01BE-4364-9CDF-2D25F11B9FF2}" type="presParOf" srcId="{E52CBA8A-6BD7-46E7-A020-FCFB0AEC63DC}" destId="{F37B9755-3B1F-45A2-839B-6C9DF06AEA95}" srcOrd="0" destOrd="0" presId="urn:microsoft.com/office/officeart/2005/8/layout/target3"/>
    <dgm:cxn modelId="{3EE35231-E3E9-4FCE-AA00-18E9CE6E523D}" type="presParOf" srcId="{E52CBA8A-6BD7-46E7-A020-FCFB0AEC63DC}" destId="{14A0B635-10BB-46DA-BCAD-989C86B0D241}" srcOrd="1" destOrd="0" presId="urn:microsoft.com/office/officeart/2005/8/layout/target3"/>
    <dgm:cxn modelId="{81C82FBC-B2F6-43FF-89D4-5112F42A7A65}" type="presParOf" srcId="{E52CBA8A-6BD7-46E7-A020-FCFB0AEC63DC}" destId="{43B89916-BE3C-40E2-A6EA-4FA49B39C8BE}" srcOrd="2" destOrd="0" presId="urn:microsoft.com/office/officeart/2005/8/layout/target3"/>
    <dgm:cxn modelId="{1E4F14CC-4BAC-47CB-BED8-B28996E3F379}" type="presParOf" srcId="{E52CBA8A-6BD7-46E7-A020-FCFB0AEC63DC}" destId="{38BD5608-6B66-4CA6-ACBF-BACE062F7662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D6153A-71AE-427B-8760-B2B6E04DD8DD}" type="doc">
      <dgm:prSet loTypeId="urn:microsoft.com/office/officeart/2005/8/layout/target3" loCatId="relationship" qsTypeId="urn:microsoft.com/office/officeart/2005/8/quickstyle/simple3" qsCatId="simple" csTypeId="urn:microsoft.com/office/officeart/2005/8/colors/accent0_3" csCatId="mainScheme"/>
      <dgm:spPr/>
      <dgm:t>
        <a:bodyPr/>
        <a:lstStyle/>
        <a:p>
          <a:endParaRPr lang="ru-RU"/>
        </a:p>
      </dgm:t>
    </dgm:pt>
    <dgm:pt modelId="{9FFB6CE0-0885-45F7-B3CA-48C484942538}">
      <dgm:prSet/>
      <dgm:spPr/>
      <dgm:t>
        <a:bodyPr/>
        <a:lstStyle/>
        <a:p>
          <a:pPr algn="l"/>
          <a:r>
            <a:rPr lang="ru-RU" b="1" dirty="0">
              <a:ln w="12700">
                <a:solidFill>
                  <a:schemeClr val="accent1">
                    <a:lumMod val="50000"/>
                  </a:schemeClr>
                </a:solidFill>
              </a:ln>
              <a:solidFill>
                <a:schemeClr val="bg1">
                  <a:lumMod val="85000"/>
                </a:schemeClr>
              </a:solidFill>
            </a:rPr>
            <a:t>2. Санкт-Петербург</a:t>
          </a:r>
          <a:endParaRPr lang="ru-RU" dirty="0">
            <a:ln w="12700">
              <a:solidFill>
                <a:schemeClr val="accent1">
                  <a:lumMod val="50000"/>
                </a:schemeClr>
              </a:solidFill>
            </a:ln>
            <a:solidFill>
              <a:schemeClr val="bg1">
                <a:lumMod val="85000"/>
              </a:schemeClr>
            </a:solidFill>
          </a:endParaRPr>
        </a:p>
      </dgm:t>
    </dgm:pt>
    <dgm:pt modelId="{B2B64878-C89F-4DA2-A6E3-E5321E6CAA17}" type="parTrans" cxnId="{97F2EC6D-601A-4507-BC5C-C53D858091D4}">
      <dgm:prSet/>
      <dgm:spPr/>
      <dgm:t>
        <a:bodyPr/>
        <a:lstStyle/>
        <a:p>
          <a:endParaRPr lang="ru-RU"/>
        </a:p>
      </dgm:t>
    </dgm:pt>
    <dgm:pt modelId="{5A5BD0A5-9423-4742-86C9-EECB2150C15B}" type="sibTrans" cxnId="{97F2EC6D-601A-4507-BC5C-C53D858091D4}">
      <dgm:prSet/>
      <dgm:spPr/>
      <dgm:t>
        <a:bodyPr/>
        <a:lstStyle/>
        <a:p>
          <a:endParaRPr lang="ru-RU"/>
        </a:p>
      </dgm:t>
    </dgm:pt>
    <dgm:pt modelId="{FE2FFEC3-5684-42DF-9EB7-234F0DBB15A0}" type="pres">
      <dgm:prSet presAssocID="{5CD6153A-71AE-427B-8760-B2B6E04DD8D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29DF734-85AC-42B0-BB7A-D5CEE1DDC52C}" type="pres">
      <dgm:prSet presAssocID="{9FFB6CE0-0885-45F7-B3CA-48C484942538}" presName="circle1" presStyleLbl="node1" presStyleIdx="0" presStyleCnt="1"/>
      <dgm:spPr/>
    </dgm:pt>
    <dgm:pt modelId="{0F6CB282-C304-484C-9AAB-E583E4DE19B6}" type="pres">
      <dgm:prSet presAssocID="{9FFB6CE0-0885-45F7-B3CA-48C484942538}" presName="space" presStyleCnt="0"/>
      <dgm:spPr/>
    </dgm:pt>
    <dgm:pt modelId="{A3BCD68C-4E17-4EB4-8852-18C9CEB1BF04}" type="pres">
      <dgm:prSet presAssocID="{9FFB6CE0-0885-45F7-B3CA-48C484942538}" presName="rect1" presStyleLbl="alignAcc1" presStyleIdx="0" presStyleCnt="1"/>
      <dgm:spPr/>
    </dgm:pt>
    <dgm:pt modelId="{010F8E25-0CD4-4EBB-955A-F60A231760D8}" type="pres">
      <dgm:prSet presAssocID="{9FFB6CE0-0885-45F7-B3CA-48C484942538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FCD9C837-89B2-474B-839B-6E5BA1A41140}" type="presOf" srcId="{9FFB6CE0-0885-45F7-B3CA-48C484942538}" destId="{010F8E25-0CD4-4EBB-955A-F60A231760D8}" srcOrd="1" destOrd="0" presId="urn:microsoft.com/office/officeart/2005/8/layout/target3"/>
    <dgm:cxn modelId="{97F2EC6D-601A-4507-BC5C-C53D858091D4}" srcId="{5CD6153A-71AE-427B-8760-B2B6E04DD8DD}" destId="{9FFB6CE0-0885-45F7-B3CA-48C484942538}" srcOrd="0" destOrd="0" parTransId="{B2B64878-C89F-4DA2-A6E3-E5321E6CAA17}" sibTransId="{5A5BD0A5-9423-4742-86C9-EECB2150C15B}"/>
    <dgm:cxn modelId="{03E1A8C5-BA11-4C47-BE84-F740F393BF88}" type="presOf" srcId="{5CD6153A-71AE-427B-8760-B2B6E04DD8DD}" destId="{FE2FFEC3-5684-42DF-9EB7-234F0DBB15A0}" srcOrd="0" destOrd="0" presId="urn:microsoft.com/office/officeart/2005/8/layout/target3"/>
    <dgm:cxn modelId="{97CD7AF6-D9F0-4AB8-AC07-CFF4CFF11740}" type="presOf" srcId="{9FFB6CE0-0885-45F7-B3CA-48C484942538}" destId="{A3BCD68C-4E17-4EB4-8852-18C9CEB1BF04}" srcOrd="0" destOrd="0" presId="urn:microsoft.com/office/officeart/2005/8/layout/target3"/>
    <dgm:cxn modelId="{502549CC-CF07-476C-9E17-93E5DAEB007C}" type="presParOf" srcId="{FE2FFEC3-5684-42DF-9EB7-234F0DBB15A0}" destId="{429DF734-85AC-42B0-BB7A-D5CEE1DDC52C}" srcOrd="0" destOrd="0" presId="urn:microsoft.com/office/officeart/2005/8/layout/target3"/>
    <dgm:cxn modelId="{6B5E34CC-BA51-48F4-8FA7-F04BA666FD34}" type="presParOf" srcId="{FE2FFEC3-5684-42DF-9EB7-234F0DBB15A0}" destId="{0F6CB282-C304-484C-9AAB-E583E4DE19B6}" srcOrd="1" destOrd="0" presId="urn:microsoft.com/office/officeart/2005/8/layout/target3"/>
    <dgm:cxn modelId="{A6DCE2C3-4FE3-453E-B127-672658D779C4}" type="presParOf" srcId="{FE2FFEC3-5684-42DF-9EB7-234F0DBB15A0}" destId="{A3BCD68C-4E17-4EB4-8852-18C9CEB1BF04}" srcOrd="2" destOrd="0" presId="urn:microsoft.com/office/officeart/2005/8/layout/target3"/>
    <dgm:cxn modelId="{C9E8DEE0-95F9-4B6B-850B-0509AC6BA6C9}" type="presParOf" srcId="{FE2FFEC3-5684-42DF-9EB7-234F0DBB15A0}" destId="{010F8E25-0CD4-4EBB-955A-F60A231760D8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86701C-7E07-4D2E-88A1-4F7639364743}" type="doc">
      <dgm:prSet loTypeId="urn:microsoft.com/office/officeart/2005/8/layout/target3" loCatId="relationship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ru-RU"/>
        </a:p>
      </dgm:t>
    </dgm:pt>
    <dgm:pt modelId="{FA16C022-565A-4579-A016-FC41D0F46B5E}">
      <dgm:prSet custT="1"/>
      <dgm:spPr/>
      <dgm:t>
        <a:bodyPr/>
        <a:lstStyle/>
        <a:p>
          <a:pPr algn="l"/>
          <a:r>
            <a:rPr lang="ru-RU" sz="4400" b="1" dirty="0">
              <a:ln w="19050">
                <a:solidFill>
                  <a:schemeClr val="accent1">
                    <a:lumMod val="50000"/>
                  </a:schemeClr>
                </a:solidFill>
              </a:ln>
              <a:solidFill>
                <a:schemeClr val="bg1">
                  <a:lumMod val="85000"/>
                </a:schemeClr>
              </a:solidFill>
            </a:rPr>
            <a:t>3. Новосибирск</a:t>
          </a:r>
          <a:endParaRPr lang="ru-RU" sz="4400" dirty="0">
            <a:ln w="19050">
              <a:solidFill>
                <a:schemeClr val="accent1">
                  <a:lumMod val="50000"/>
                </a:schemeClr>
              </a:solidFill>
            </a:ln>
            <a:solidFill>
              <a:schemeClr val="bg1">
                <a:lumMod val="85000"/>
              </a:schemeClr>
            </a:solidFill>
          </a:endParaRPr>
        </a:p>
      </dgm:t>
    </dgm:pt>
    <dgm:pt modelId="{09B3B694-5496-4117-A3B3-B5EC2568D151}" type="parTrans" cxnId="{EAA83F87-CC6A-4B52-ADE5-50CA385D2E52}">
      <dgm:prSet/>
      <dgm:spPr/>
      <dgm:t>
        <a:bodyPr/>
        <a:lstStyle/>
        <a:p>
          <a:endParaRPr lang="ru-RU"/>
        </a:p>
      </dgm:t>
    </dgm:pt>
    <dgm:pt modelId="{8281B87D-3223-468D-B03B-D11DFD63F9B0}" type="sibTrans" cxnId="{EAA83F87-CC6A-4B52-ADE5-50CA385D2E52}">
      <dgm:prSet/>
      <dgm:spPr/>
      <dgm:t>
        <a:bodyPr/>
        <a:lstStyle/>
        <a:p>
          <a:endParaRPr lang="ru-RU"/>
        </a:p>
      </dgm:t>
    </dgm:pt>
    <dgm:pt modelId="{53BC38BA-F3E9-4D34-9F86-87DD1FE97A74}" type="pres">
      <dgm:prSet presAssocID="{7786701C-7E07-4D2E-88A1-4F763936474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0231502-A1F3-4A4A-870E-1D1FC48274C5}" type="pres">
      <dgm:prSet presAssocID="{FA16C022-565A-4579-A016-FC41D0F46B5E}" presName="circle1" presStyleLbl="node1" presStyleIdx="0" presStyleCnt="1"/>
      <dgm:spPr/>
    </dgm:pt>
    <dgm:pt modelId="{E2117B2C-99F7-4CCB-8A8F-E06022D2F34C}" type="pres">
      <dgm:prSet presAssocID="{FA16C022-565A-4579-A016-FC41D0F46B5E}" presName="space" presStyleCnt="0"/>
      <dgm:spPr/>
    </dgm:pt>
    <dgm:pt modelId="{2E68AFD8-736E-4533-BE7D-0C00C209C8AF}" type="pres">
      <dgm:prSet presAssocID="{FA16C022-565A-4579-A016-FC41D0F46B5E}" presName="rect1" presStyleLbl="alignAcc1" presStyleIdx="0" presStyleCnt="1"/>
      <dgm:spPr/>
    </dgm:pt>
    <dgm:pt modelId="{D4AEB153-D3CF-43B5-BC7B-C2A78BEC94DC}" type="pres">
      <dgm:prSet presAssocID="{FA16C022-565A-4579-A016-FC41D0F46B5E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2B1A4907-2D7F-4AA9-B09B-D463C79072EA}" type="presOf" srcId="{FA16C022-565A-4579-A016-FC41D0F46B5E}" destId="{D4AEB153-D3CF-43B5-BC7B-C2A78BEC94DC}" srcOrd="1" destOrd="0" presId="urn:microsoft.com/office/officeart/2005/8/layout/target3"/>
    <dgm:cxn modelId="{28905415-2E65-46EB-ADDA-7752F7254F4E}" type="presOf" srcId="{FA16C022-565A-4579-A016-FC41D0F46B5E}" destId="{2E68AFD8-736E-4533-BE7D-0C00C209C8AF}" srcOrd="0" destOrd="0" presId="urn:microsoft.com/office/officeart/2005/8/layout/target3"/>
    <dgm:cxn modelId="{D80E4A84-5ABD-4008-9AA0-E7FBBEDE4041}" type="presOf" srcId="{7786701C-7E07-4D2E-88A1-4F7639364743}" destId="{53BC38BA-F3E9-4D34-9F86-87DD1FE97A74}" srcOrd="0" destOrd="0" presId="urn:microsoft.com/office/officeart/2005/8/layout/target3"/>
    <dgm:cxn modelId="{EAA83F87-CC6A-4B52-ADE5-50CA385D2E52}" srcId="{7786701C-7E07-4D2E-88A1-4F7639364743}" destId="{FA16C022-565A-4579-A016-FC41D0F46B5E}" srcOrd="0" destOrd="0" parTransId="{09B3B694-5496-4117-A3B3-B5EC2568D151}" sibTransId="{8281B87D-3223-468D-B03B-D11DFD63F9B0}"/>
    <dgm:cxn modelId="{EF73B1FF-00B8-4000-B238-853339FDB230}" type="presParOf" srcId="{53BC38BA-F3E9-4D34-9F86-87DD1FE97A74}" destId="{80231502-A1F3-4A4A-870E-1D1FC48274C5}" srcOrd="0" destOrd="0" presId="urn:microsoft.com/office/officeart/2005/8/layout/target3"/>
    <dgm:cxn modelId="{87A529ED-7F28-43AA-ACAF-04FD9D51BCD6}" type="presParOf" srcId="{53BC38BA-F3E9-4D34-9F86-87DD1FE97A74}" destId="{E2117B2C-99F7-4CCB-8A8F-E06022D2F34C}" srcOrd="1" destOrd="0" presId="urn:microsoft.com/office/officeart/2005/8/layout/target3"/>
    <dgm:cxn modelId="{CE526B11-C6DF-4B41-B171-81C24B1C3991}" type="presParOf" srcId="{53BC38BA-F3E9-4D34-9F86-87DD1FE97A74}" destId="{2E68AFD8-736E-4533-BE7D-0C00C209C8AF}" srcOrd="2" destOrd="0" presId="urn:microsoft.com/office/officeart/2005/8/layout/target3"/>
    <dgm:cxn modelId="{F2CDDCCA-B397-41FD-83D3-34C4A5C41AEA}" type="presParOf" srcId="{53BC38BA-F3E9-4D34-9F86-87DD1FE97A74}" destId="{D4AEB153-D3CF-43B5-BC7B-C2A78BEC94DC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B9755-3B1F-45A2-839B-6C9DF06AEA95}">
      <dsp:nvSpPr>
        <dsp:cNvPr id="0" name=""/>
        <dsp:cNvSpPr/>
      </dsp:nvSpPr>
      <dsp:spPr>
        <a:xfrm>
          <a:off x="0" y="0"/>
          <a:ext cx="584774" cy="584774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3B89916-BE3C-40E2-A6EA-4FA49B39C8BE}">
      <dsp:nvSpPr>
        <dsp:cNvPr id="0" name=""/>
        <dsp:cNvSpPr/>
      </dsp:nvSpPr>
      <dsp:spPr>
        <a:xfrm>
          <a:off x="292387" y="0"/>
          <a:ext cx="3536607" cy="58477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>
              <a:ln w="12700">
                <a:solidFill>
                  <a:schemeClr val="accent1">
                    <a:lumMod val="50000"/>
                  </a:schemeClr>
                </a:solidFill>
              </a:ln>
              <a:solidFill>
                <a:schemeClr val="bg1">
                  <a:lumMod val="85000"/>
                </a:schemeClr>
              </a:solidFill>
            </a:rPr>
            <a:t>1. Москва</a:t>
          </a:r>
          <a:endParaRPr lang="ru-RU" sz="2600" kern="1200" dirty="0">
            <a:ln w="12700">
              <a:solidFill>
                <a:schemeClr val="accent1">
                  <a:lumMod val="50000"/>
                </a:schemeClr>
              </a:solidFill>
            </a:ln>
            <a:solidFill>
              <a:schemeClr val="bg1">
                <a:lumMod val="85000"/>
              </a:schemeClr>
            </a:solidFill>
          </a:endParaRPr>
        </a:p>
      </dsp:txBody>
      <dsp:txXfrm>
        <a:off x="292387" y="0"/>
        <a:ext cx="3536607" cy="5847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DF734-85AC-42B0-BB7A-D5CEE1DDC52C}">
      <dsp:nvSpPr>
        <dsp:cNvPr id="0" name=""/>
        <dsp:cNvSpPr/>
      </dsp:nvSpPr>
      <dsp:spPr>
        <a:xfrm>
          <a:off x="0" y="0"/>
          <a:ext cx="584774" cy="584774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3BCD68C-4E17-4EB4-8852-18C9CEB1BF04}">
      <dsp:nvSpPr>
        <dsp:cNvPr id="0" name=""/>
        <dsp:cNvSpPr/>
      </dsp:nvSpPr>
      <dsp:spPr>
        <a:xfrm>
          <a:off x="292387" y="0"/>
          <a:ext cx="3513462" cy="58477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>
              <a:ln w="12700">
                <a:solidFill>
                  <a:schemeClr val="accent1">
                    <a:lumMod val="50000"/>
                  </a:schemeClr>
                </a:solidFill>
              </a:ln>
              <a:solidFill>
                <a:schemeClr val="bg1">
                  <a:lumMod val="85000"/>
                </a:schemeClr>
              </a:solidFill>
            </a:rPr>
            <a:t>2. Санкт-Петербург</a:t>
          </a:r>
          <a:endParaRPr lang="ru-RU" sz="2600" kern="1200" dirty="0">
            <a:ln w="12700">
              <a:solidFill>
                <a:schemeClr val="accent1">
                  <a:lumMod val="50000"/>
                </a:schemeClr>
              </a:solidFill>
            </a:ln>
            <a:solidFill>
              <a:schemeClr val="bg1">
                <a:lumMod val="85000"/>
              </a:schemeClr>
            </a:solidFill>
          </a:endParaRPr>
        </a:p>
      </dsp:txBody>
      <dsp:txXfrm>
        <a:off x="292387" y="0"/>
        <a:ext cx="3513462" cy="5847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31502-A1F3-4A4A-870E-1D1FC48274C5}">
      <dsp:nvSpPr>
        <dsp:cNvPr id="0" name=""/>
        <dsp:cNvSpPr/>
      </dsp:nvSpPr>
      <dsp:spPr>
        <a:xfrm>
          <a:off x="0" y="0"/>
          <a:ext cx="1039274" cy="1039274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8AFD8-736E-4533-BE7D-0C00C209C8AF}">
      <dsp:nvSpPr>
        <dsp:cNvPr id="0" name=""/>
        <dsp:cNvSpPr/>
      </dsp:nvSpPr>
      <dsp:spPr>
        <a:xfrm>
          <a:off x="519636" y="0"/>
          <a:ext cx="4724556" cy="103927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400" b="1" kern="1200" dirty="0">
              <a:ln w="19050">
                <a:solidFill>
                  <a:schemeClr val="accent1">
                    <a:lumMod val="50000"/>
                  </a:schemeClr>
                </a:solidFill>
              </a:ln>
              <a:solidFill>
                <a:schemeClr val="bg1">
                  <a:lumMod val="85000"/>
                </a:schemeClr>
              </a:solidFill>
            </a:rPr>
            <a:t>3. Новосибирск</a:t>
          </a:r>
          <a:endParaRPr lang="ru-RU" sz="4400" kern="1200" dirty="0">
            <a:ln w="19050">
              <a:solidFill>
                <a:schemeClr val="accent1">
                  <a:lumMod val="50000"/>
                </a:schemeClr>
              </a:solidFill>
            </a:ln>
            <a:solidFill>
              <a:schemeClr val="bg1">
                <a:lumMod val="85000"/>
              </a:schemeClr>
            </a:solidFill>
          </a:endParaRPr>
        </a:p>
      </dsp:txBody>
      <dsp:txXfrm>
        <a:off x="519636" y="0"/>
        <a:ext cx="4724556" cy="1039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543AB-B2CB-C8B5-FCA4-B5EF89C8E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7592EB-20F7-2AF6-5AFB-539AFC512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40059F-373D-1C96-5EF2-A8226BB3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FBB5A6-3EFE-B98C-5994-4F2C9D95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7AA977-254D-3455-EB7F-CF7E6FB7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170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0E83E-716D-ADE5-E7AC-4B5A5D955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7A87F3-1614-0CFD-8883-CC12C49C5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845027-4EF4-0898-C7D3-D02A2341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25174-84B1-AC69-6912-FF62BF44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6A9867-2A59-0CE1-AD1A-28DF4A484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4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38FBC-2C9A-5E0E-0108-2D94F8D0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CA8703-A9A9-EDF9-4D3B-C253D27FB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D3FE30-9621-7611-F7CE-1042D482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C9316F-60C6-694F-2F4C-04FA000F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6CF520-DC85-232A-DBE4-01D6F6B95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27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85092-9E30-11A5-16C9-29029D61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0D1A9-78C6-B972-6F2C-5776F0F15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AFBB82-3CF1-9226-AB21-E0BFFD8C2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9848C2-4A54-8863-65E4-2D9C8264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BA8B57-E4A3-5764-9C59-19C422C8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8A05ED-F7B8-6A83-2ED4-094FE063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439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5BF6A-C8F3-23F8-1F20-D3F12F7B9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C9D147-0745-83C6-9BF9-CF14B7BC9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59E237-F08E-0B39-D365-474E487A7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E5F9E1-893C-0591-FCD2-A6DA6DD00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771183-7554-BCA2-EBE8-9AD73C62B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E7DC878-C5D2-4DB8-7031-F32C3165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16209DD-F50A-40A9-EBFF-F13FE1D6C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04C4CD-5152-2115-FC1F-4A331CC7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86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75801B-42BB-402A-FA9C-89FE217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D8D693-4C32-786E-B663-2F882DB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634AEB-00BA-0D03-1D67-2668129E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01F61D-914C-2F5B-2BD6-DFDDD7A29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65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7FCAB6-8598-DFF2-A308-C80F8836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77FDAA7-760B-6D1A-8826-363AD331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4CEA6B-8B89-1086-E163-3BF9CB3B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3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A5EC4-F2E2-753B-6A32-7EBCDBBF2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E28737-5E75-4763-4EE6-D221ED9EA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7719C7-8F86-66A8-AED8-C758AB247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F2E484-57CD-A947-5B7B-043FFDBE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64BD1E-D9D9-1480-D797-07D3C072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9ED4D9-F305-9247-B9DB-99ADC14D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55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713EF-639F-3D00-0A7C-4DA227FE1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FAA479-1828-A05F-EB29-CF499E3AA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84EC3F-748D-9BB9-ADB5-BC465595B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0980C1-F99E-BD37-ECEA-1FDE47D7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98CAD7-0EB9-5C50-C492-0E1F249F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016A6B-2586-1F7B-4335-2ED17C38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65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F6FDA-91B5-ADC3-A352-EB224A1B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B85EE3-142B-8C1D-9816-22FC3AC9B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1E11E4-13DE-7513-B11A-BD2BF1EA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7CA8E2-F6D6-EB9C-347B-2AEC1CA3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DBC8D5-8F0C-3B4C-AA49-AC267EBA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79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70B7F58-5F81-0D5F-BEB1-55DBD1D89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666AB4-F373-0290-ADE0-B5AD50DA6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A19D64-8BDC-D7F3-B738-5B9D4EA8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FA3C65-D6A1-AFE6-E45E-A027BCA4F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1686E2-FDCF-C60F-BD0B-466861CF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31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2ECB8-18FD-F324-D10B-AE75EAF9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558D7F-9E6C-60DE-AD0C-E24C873E6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D9B72C-622C-BBF6-12FF-62875FE01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60AC3-4E93-4F57-999E-10420948044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239AA8-ABD8-BB96-005D-1E194448D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1085F2-C80C-73AF-0BBD-D63C90EB6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9A7A0-DAB8-406A-8007-4B9E5600D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23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3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5E168-510E-48B0-7DD9-B4691E349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039" y="1961056"/>
            <a:ext cx="11641921" cy="3500474"/>
          </a:xfrm>
        </p:spPr>
        <p:txBody>
          <a:bodyPr>
            <a:prstTxWarp prst="textDeflateBottom">
              <a:avLst/>
            </a:prstTxWarp>
            <a:noAutofit/>
          </a:bodyPr>
          <a:lstStyle/>
          <a:p>
            <a:r>
              <a:rPr lang="ru-RU" sz="19000" dirty="0">
                <a:ln w="76200" cap="rnd" cmpd="thinThick">
                  <a:gradFill flip="none" rotWithShape="1">
                    <a:gsLst>
                      <a:gs pos="0">
                        <a:schemeClr val="tx1"/>
                      </a:gs>
                      <a:gs pos="91000">
                        <a:schemeClr val="bg2">
                          <a:lumMod val="93000"/>
                        </a:schemeClr>
                      </a:gs>
                    </a:gsLst>
                    <a:lin ang="5400000" scaled="1"/>
                    <a:tileRect/>
                  </a:gradFill>
                  <a:prstDash val="solid"/>
                </a:ln>
                <a:gradFill>
                  <a:gsLst>
                    <a:gs pos="35000">
                      <a:schemeClr val="accent1">
                        <a:lumMod val="50000"/>
                        <a:alpha val="77000"/>
                      </a:schemeClr>
                    </a:gs>
                    <a:gs pos="91000">
                      <a:schemeClr val="bg1">
                        <a:lumMod val="95000"/>
                        <a:alpha val="35000"/>
                      </a:schemeClr>
                    </a:gs>
                  </a:gsLst>
                  <a:lin ang="5400000" scaled="1"/>
                </a:gradFill>
                <a:latin typeface="Bahnschrift SemiBold Condensed" panose="020B0502040204020203" pitchFamily="34" charset="0"/>
              </a:rPr>
              <a:t>НОВОСИБИРСК</a:t>
            </a:r>
          </a:p>
        </p:txBody>
      </p:sp>
      <p:pic>
        <p:nvPicPr>
          <p:cNvPr id="7" name="Рисунок 6" descr="Изображение выглядит как на открытом воздухе, вода, небо, строитель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4E3AD9-949B-187B-A696-DA606CB8C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"/>
            <a:ext cx="12192000" cy="683768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C707B3-F988-296A-6B09-518108734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8533" y="564586"/>
            <a:ext cx="5134932" cy="1101216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РОМАНОВА АННА</a:t>
            </a:r>
          </a:p>
          <a:p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группа:4626</a:t>
            </a:r>
          </a:p>
        </p:txBody>
      </p:sp>
    </p:spTree>
    <p:extLst>
      <p:ext uri="{BB962C8B-B14F-4D97-AF65-F5344CB8AC3E}">
        <p14:creationId xmlns:p14="http://schemas.microsoft.com/office/powerpoint/2010/main" val="1729176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46000">
              <a:schemeClr val="bg1">
                <a:lumMod val="75000"/>
              </a:schemeClr>
            </a:gs>
            <a:gs pos="100000">
              <a:schemeClr val="bg2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CB25C7-A6F3-2913-0351-CEEB4817B867}"/>
              </a:ext>
            </a:extLst>
          </p:cNvPr>
          <p:cNvSpPr txBox="1"/>
          <p:nvPr/>
        </p:nvSpPr>
        <p:spPr>
          <a:xfrm>
            <a:off x="7382100" y="-195148"/>
            <a:ext cx="4763801" cy="3077766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r>
              <a:rPr lang="ru-RU" sz="20000" b="1" dirty="0">
                <a:solidFill>
                  <a:schemeClr val="bg1">
                    <a:lumMod val="65000"/>
                  </a:schemeClr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Bookman Old Style" panose="02050604050505020204" pitchFamily="18" charset="0"/>
              </a:rPr>
              <a:t>№3</a:t>
            </a:r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493357BB-7D02-39C5-B510-081540983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09" y="99340"/>
            <a:ext cx="6839952" cy="8625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6600" dirty="0">
                <a:solidFill>
                  <a:schemeClr val="accent1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Численность населения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F8E627E-9873-FF13-C487-EDB3264C5E4D}"/>
              </a:ext>
            </a:extLst>
          </p:cNvPr>
          <p:cNvSpPr/>
          <p:nvPr/>
        </p:nvSpPr>
        <p:spPr>
          <a:xfrm>
            <a:off x="8568598" y="3653140"/>
            <a:ext cx="3282346" cy="30049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Свиток: горизонтальный 3">
            <a:extLst>
              <a:ext uri="{FF2B5EF4-FFF2-40B4-BE49-F238E27FC236}">
                <a16:creationId xmlns:a16="http://schemas.microsoft.com/office/drawing/2014/main" id="{F2774DEB-C5A4-BBAC-4886-9543EEFC28C2}"/>
              </a:ext>
            </a:extLst>
          </p:cNvPr>
          <p:cNvSpPr/>
          <p:nvPr/>
        </p:nvSpPr>
        <p:spPr>
          <a:xfrm>
            <a:off x="268075" y="632368"/>
            <a:ext cx="6790186" cy="1627545"/>
          </a:xfrm>
          <a:prstGeom prst="horizontalScroll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90B616-6E2E-A22B-AE3D-7D94CF89F94D}"/>
              </a:ext>
            </a:extLst>
          </p:cNvPr>
          <p:cNvSpPr txBox="1"/>
          <p:nvPr/>
        </p:nvSpPr>
        <p:spPr>
          <a:xfrm>
            <a:off x="1180446" y="724490"/>
            <a:ext cx="521717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88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1 637 266</a:t>
            </a:r>
            <a:r>
              <a:rPr lang="ru-RU" sz="8800" baseline="30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 </a:t>
            </a:r>
            <a:r>
              <a:rPr lang="ru-RU" sz="88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чел.</a:t>
            </a:r>
          </a:p>
        </p:txBody>
      </p:sp>
      <p:graphicFrame>
        <p:nvGraphicFramePr>
          <p:cNvPr id="19" name="Схема 18">
            <a:extLst>
              <a:ext uri="{FF2B5EF4-FFF2-40B4-BE49-F238E27FC236}">
                <a16:creationId xmlns:a16="http://schemas.microsoft.com/office/drawing/2014/main" id="{C9B8D15A-D8DF-A0D6-DDF9-95E088D6F8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3645440"/>
              </p:ext>
            </p:extLst>
          </p:nvPr>
        </p:nvGraphicFramePr>
        <p:xfrm>
          <a:off x="468443" y="3586096"/>
          <a:ext cx="3828995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2" name="Схема 21">
            <a:extLst>
              <a:ext uri="{FF2B5EF4-FFF2-40B4-BE49-F238E27FC236}">
                <a16:creationId xmlns:a16="http://schemas.microsoft.com/office/drawing/2014/main" id="{986DE850-5857-E5AC-4BF8-5CD4E7A834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117734"/>
              </p:ext>
            </p:extLst>
          </p:nvPr>
        </p:nvGraphicFramePr>
        <p:xfrm>
          <a:off x="491588" y="4453037"/>
          <a:ext cx="380585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4" name="Схема 23">
            <a:extLst>
              <a:ext uri="{FF2B5EF4-FFF2-40B4-BE49-F238E27FC236}">
                <a16:creationId xmlns:a16="http://schemas.microsoft.com/office/drawing/2014/main" id="{8DD04C6B-CCB3-2736-EB9A-E415554E9F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284733"/>
              </p:ext>
            </p:extLst>
          </p:nvPr>
        </p:nvGraphicFramePr>
        <p:xfrm>
          <a:off x="491588" y="5324839"/>
          <a:ext cx="5244194" cy="1039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20" name="Рисунок 19" descr="Изображение выглядит как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366FCB-F84E-352A-2BDD-66AC8C466B4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64" y="1268987"/>
            <a:ext cx="7445181" cy="36172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B96F13-D97A-0171-EA7F-DE39859C7763}"/>
              </a:ext>
            </a:extLst>
          </p:cNvPr>
          <p:cNvSpPr txBox="1"/>
          <p:nvPr/>
        </p:nvSpPr>
        <p:spPr>
          <a:xfrm>
            <a:off x="8848696" y="3745292"/>
            <a:ext cx="291862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3600" dirty="0">
                <a:solidFill>
                  <a:schemeClr val="bg1">
                    <a:lumMod val="85000"/>
                  </a:schemeClr>
                </a:solidFill>
                <a:latin typeface="Candara" panose="020E0502030303020204" pitchFamily="34" charset="0"/>
              </a:rPr>
              <a:t>       Граница:</a:t>
            </a:r>
          </a:p>
          <a:p>
            <a:pPr marL="285750" lvl="0" indent="-285750">
              <a:buFont typeface="Aptos" panose="020B0004020202020204" pitchFamily="34" charset="0"/>
              <a:buChar char="◌"/>
            </a:pPr>
            <a:r>
              <a:rPr lang="ru-RU" sz="2800" dirty="0">
                <a:solidFill>
                  <a:schemeClr val="bg1"/>
                </a:solidFill>
                <a:latin typeface="Candara" panose="020E0502030303020204" pitchFamily="34" charset="0"/>
              </a:rPr>
              <a:t>Томск</a:t>
            </a:r>
          </a:p>
          <a:p>
            <a:pPr marL="285750" lvl="0" indent="-285750">
              <a:buFont typeface="Aptos" panose="020B0004020202020204" pitchFamily="34" charset="0"/>
              <a:buChar char="◌"/>
            </a:pPr>
            <a:r>
              <a:rPr lang="ru-RU" sz="2800" dirty="0">
                <a:solidFill>
                  <a:schemeClr val="bg1"/>
                </a:solidFill>
                <a:latin typeface="Candara" panose="020E0502030303020204" pitchFamily="34" charset="0"/>
              </a:rPr>
              <a:t>Омск</a:t>
            </a:r>
          </a:p>
          <a:p>
            <a:pPr marL="285750" lvl="0" indent="-285750">
              <a:buFont typeface="Aptos" panose="020B0004020202020204" pitchFamily="34" charset="0"/>
              <a:buChar char="◌"/>
            </a:pPr>
            <a:r>
              <a:rPr lang="ru-RU" sz="2800" dirty="0">
                <a:solidFill>
                  <a:schemeClr val="bg1"/>
                </a:solidFill>
                <a:latin typeface="Candara" panose="020E0502030303020204" pitchFamily="34" charset="0"/>
              </a:rPr>
              <a:t>Алтайский край</a:t>
            </a:r>
          </a:p>
          <a:p>
            <a:pPr marL="285750" lvl="0" indent="-285750">
              <a:buFont typeface="Aptos" panose="020B0004020202020204" pitchFamily="34" charset="0"/>
              <a:buChar char="◌"/>
            </a:pPr>
            <a:r>
              <a:rPr lang="ru-RU" sz="2800" dirty="0">
                <a:solidFill>
                  <a:schemeClr val="bg1"/>
                </a:solidFill>
                <a:latin typeface="Candara" panose="020E0502030303020204" pitchFamily="34" charset="0"/>
              </a:rPr>
              <a:t>Кемерово</a:t>
            </a:r>
          </a:p>
          <a:p>
            <a:pPr marL="285750" lvl="0" indent="-285750">
              <a:buFont typeface="Aptos" panose="020B0004020202020204" pitchFamily="34" charset="0"/>
              <a:buChar char="◌"/>
            </a:pPr>
            <a:r>
              <a:rPr lang="ru-RU" sz="2800" dirty="0">
                <a:solidFill>
                  <a:schemeClr val="bg1"/>
                </a:solidFill>
                <a:latin typeface="Candara" panose="020E0502030303020204" pitchFamily="34" charset="0"/>
              </a:rPr>
              <a:t>Казахстан</a:t>
            </a:r>
          </a:p>
        </p:txBody>
      </p:sp>
    </p:spTree>
    <p:extLst>
      <p:ext uri="{BB962C8B-B14F-4D97-AF65-F5344CB8AC3E}">
        <p14:creationId xmlns:p14="http://schemas.microsoft.com/office/powerpoint/2010/main" val="2891586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BFD2039-60CC-A732-9578-0E2935E7336C}"/>
              </a:ext>
            </a:extLst>
          </p:cNvPr>
          <p:cNvSpPr/>
          <p:nvPr/>
        </p:nvSpPr>
        <p:spPr>
          <a:xfrm>
            <a:off x="4534775" y="2642934"/>
            <a:ext cx="7334936" cy="153385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CA9733E9-1BD0-9A1B-3129-3BE717ABED4B}"/>
              </a:ext>
            </a:extLst>
          </p:cNvPr>
          <p:cNvSpPr/>
          <p:nvPr/>
        </p:nvSpPr>
        <p:spPr>
          <a:xfrm>
            <a:off x="4534775" y="4767139"/>
            <a:ext cx="7334936" cy="153385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EDFB98C-716D-4D9F-DB5E-BC3C52A017FB}"/>
              </a:ext>
            </a:extLst>
          </p:cNvPr>
          <p:cNvSpPr/>
          <p:nvPr/>
        </p:nvSpPr>
        <p:spPr>
          <a:xfrm>
            <a:off x="4534775" y="518729"/>
            <a:ext cx="7334936" cy="153385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0" name="Picture 6" descr="Почтовая открытка с изображением моста">
            <a:extLst>
              <a:ext uri="{FF2B5EF4-FFF2-40B4-BE49-F238E27FC236}">
                <a16:creationId xmlns:a16="http://schemas.microsoft.com/office/drawing/2014/main" id="{5F2B6EDE-51E7-3F95-C38A-E55ED82B2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19" y="3346518"/>
            <a:ext cx="3712368" cy="248616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/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2D247-8AD9-BBB0-7377-44316998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89" y="1198982"/>
            <a:ext cx="3945640" cy="1325563"/>
          </a:xfrm>
        </p:spPr>
        <p:txBody>
          <a:bodyPr>
            <a:noAutofit/>
          </a:bodyPr>
          <a:lstStyle/>
          <a:p>
            <a:r>
              <a:rPr lang="ru-RU" sz="15000" dirty="0">
                <a:ln w="76200" cap="flat" cmpd="thinThick">
                  <a:solidFill>
                    <a:schemeClr val="bg1"/>
                  </a:solidFill>
                  <a:round/>
                </a:ln>
                <a:solidFill>
                  <a:schemeClr val="bg1"/>
                </a:solidFill>
                <a:latin typeface="Bahnschrift SemiBold" panose="020B0502040204020203" pitchFamily="34" charset="0"/>
              </a:rPr>
              <a:t>1893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C56A5-B71A-F7B9-F8FA-414EA8F3BA69}"/>
              </a:ext>
            </a:extLst>
          </p:cNvPr>
          <p:cNvSpPr txBox="1"/>
          <p:nvPr/>
        </p:nvSpPr>
        <p:spPr>
          <a:xfrm>
            <a:off x="6278884" y="1031000"/>
            <a:ext cx="61508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dirty="0">
                <a:ln w="28575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ahnschrift SemiBold" panose="020B0502040204020203" pitchFamily="34" charset="0"/>
                <a:ea typeface="+mj-ea"/>
                <a:cs typeface="+mj-cs"/>
              </a:rPr>
              <a:t>Новониколаевск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674A6-FDC9-EF1B-2E4B-15E905529B51}"/>
              </a:ext>
            </a:extLst>
          </p:cNvPr>
          <p:cNvSpPr txBox="1"/>
          <p:nvPr/>
        </p:nvSpPr>
        <p:spPr>
          <a:xfrm>
            <a:off x="4564400" y="2465394"/>
            <a:ext cx="26392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>
                <a:ln w="28575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+mj-ea"/>
                <a:cs typeface="+mj-cs"/>
              </a:rPr>
              <a:t>1926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F686C-338C-21D0-4C53-6FF8A570C78E}"/>
              </a:ext>
            </a:extLst>
          </p:cNvPr>
          <p:cNvSpPr txBox="1"/>
          <p:nvPr/>
        </p:nvSpPr>
        <p:spPr>
          <a:xfrm>
            <a:off x="6779542" y="3155205"/>
            <a:ext cx="49123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dirty="0">
                <a:ln w="28575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ahnschrift SemiBold" panose="020B0502040204020203" pitchFamily="34" charset="0"/>
                <a:ea typeface="+mj-ea"/>
                <a:cs typeface="+mj-cs"/>
              </a:rPr>
              <a:t>Новосибирск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C4B2C-E1AE-0033-C1D1-AA6E50DE6803}"/>
              </a:ext>
            </a:extLst>
          </p:cNvPr>
          <p:cNvSpPr txBox="1"/>
          <p:nvPr/>
        </p:nvSpPr>
        <p:spPr>
          <a:xfrm>
            <a:off x="4564400" y="4589599"/>
            <a:ext cx="20278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>
                <a:ln w="28575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+mj-ea"/>
                <a:cs typeface="+mj-cs"/>
              </a:rPr>
              <a:t>1957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27277-1C1B-FC4C-DDF3-B3131B87ABBA}"/>
              </a:ext>
            </a:extLst>
          </p:cNvPr>
          <p:cNvSpPr txBox="1"/>
          <p:nvPr/>
        </p:nvSpPr>
        <p:spPr>
          <a:xfrm>
            <a:off x="6493148" y="5279410"/>
            <a:ext cx="5406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dirty="0">
                <a:ln w="28575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ahnschrift SemiBold" panose="020B0502040204020203" pitchFamily="34" charset="0"/>
                <a:ea typeface="+mj-ea"/>
                <a:cs typeface="+mj-cs"/>
              </a:rPr>
              <a:t>Академгородок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AAC7B-357F-77DB-3897-5B3D8D1AE392}"/>
              </a:ext>
            </a:extLst>
          </p:cNvPr>
          <p:cNvSpPr txBox="1"/>
          <p:nvPr/>
        </p:nvSpPr>
        <p:spPr>
          <a:xfrm>
            <a:off x="4564400" y="350258"/>
            <a:ext cx="2083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>
                <a:ln w="28575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+mj-ea"/>
                <a:cs typeface="+mj-cs"/>
              </a:rPr>
              <a:t>1909</a:t>
            </a:r>
          </a:p>
        </p:txBody>
      </p:sp>
    </p:spTree>
    <p:extLst>
      <p:ext uri="{BB962C8B-B14F-4D97-AF65-F5344CB8AC3E}">
        <p14:creationId xmlns:p14="http://schemas.microsoft.com/office/powerpoint/2010/main" val="235139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Блок-схема: перфолента 5">
            <a:extLst>
              <a:ext uri="{FF2B5EF4-FFF2-40B4-BE49-F238E27FC236}">
                <a16:creationId xmlns:a16="http://schemas.microsoft.com/office/drawing/2014/main" id="{9CA1C50B-4E3B-5FDE-EAD5-43D2E6F8E040}"/>
              </a:ext>
            </a:extLst>
          </p:cNvPr>
          <p:cNvSpPr/>
          <p:nvPr/>
        </p:nvSpPr>
        <p:spPr>
          <a:xfrm flipH="1">
            <a:off x="-113755" y="977952"/>
            <a:ext cx="12372839" cy="1688796"/>
          </a:xfrm>
          <a:prstGeom prst="flowChartPunchedTap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лок-схема: перфолента 4">
            <a:extLst>
              <a:ext uri="{FF2B5EF4-FFF2-40B4-BE49-F238E27FC236}">
                <a16:creationId xmlns:a16="http://schemas.microsoft.com/office/drawing/2014/main" id="{051425EF-19EE-4020-D7A2-593C6B591D51}"/>
              </a:ext>
            </a:extLst>
          </p:cNvPr>
          <p:cNvSpPr/>
          <p:nvPr/>
        </p:nvSpPr>
        <p:spPr>
          <a:xfrm>
            <a:off x="-201255" y="4165114"/>
            <a:ext cx="12508467" cy="1688796"/>
          </a:xfrm>
          <a:prstGeom prst="flowChartPunchedTap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9E8B918-ED4D-9BBD-89DC-5F840B644F8C}"/>
              </a:ext>
            </a:extLst>
          </p:cNvPr>
          <p:cNvSpPr/>
          <p:nvPr/>
        </p:nvSpPr>
        <p:spPr>
          <a:xfrm>
            <a:off x="762729" y="461302"/>
            <a:ext cx="2957581" cy="278282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 descr="Городская символика | Официальный сайт Новосибирска">
            <a:extLst>
              <a:ext uri="{FF2B5EF4-FFF2-40B4-BE49-F238E27FC236}">
                <a16:creationId xmlns:a16="http://schemas.microsoft.com/office/drawing/2014/main" id="{1C719223-F421-FDA1-E1A9-08A7C582D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03" y="602298"/>
            <a:ext cx="2541831" cy="250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Новосибирский государственный краеведческий музей — Википедия">
            <a:extLst>
              <a:ext uri="{FF2B5EF4-FFF2-40B4-BE49-F238E27FC236}">
                <a16:creationId xmlns:a16="http://schemas.microsoft.com/office/drawing/2014/main" id="{AA1DFD1A-405B-4833-4094-40E6571208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8" t="23612" r="15451" b="20732"/>
          <a:stretch>
            <a:fillRect/>
          </a:stretch>
        </p:blipFill>
        <p:spPr bwMode="auto">
          <a:xfrm>
            <a:off x="4510092" y="461302"/>
            <a:ext cx="6919179" cy="2732718"/>
          </a:xfrm>
          <a:custGeom>
            <a:avLst/>
            <a:gdLst>
              <a:gd name="connsiteX0" fmla="*/ 0 w 6919179"/>
              <a:gd name="connsiteY0" fmla="*/ 0 h 2732718"/>
              <a:gd name="connsiteX1" fmla="*/ 507406 w 6919179"/>
              <a:gd name="connsiteY1" fmla="*/ 0 h 2732718"/>
              <a:gd name="connsiteX2" fmla="*/ 876429 w 6919179"/>
              <a:gd name="connsiteY2" fmla="*/ 0 h 2732718"/>
              <a:gd name="connsiteX3" fmla="*/ 1591411 w 6919179"/>
              <a:gd name="connsiteY3" fmla="*/ 0 h 2732718"/>
              <a:gd name="connsiteX4" fmla="*/ 2098818 w 6919179"/>
              <a:gd name="connsiteY4" fmla="*/ 0 h 2732718"/>
              <a:gd name="connsiteX5" fmla="*/ 2606224 w 6919179"/>
              <a:gd name="connsiteY5" fmla="*/ 0 h 2732718"/>
              <a:gd name="connsiteX6" fmla="*/ 3321206 w 6919179"/>
              <a:gd name="connsiteY6" fmla="*/ 0 h 2732718"/>
              <a:gd name="connsiteX7" fmla="*/ 3759421 w 6919179"/>
              <a:gd name="connsiteY7" fmla="*/ 0 h 2732718"/>
              <a:gd name="connsiteX8" fmla="*/ 4474402 w 6919179"/>
              <a:gd name="connsiteY8" fmla="*/ 0 h 2732718"/>
              <a:gd name="connsiteX9" fmla="*/ 5189384 w 6919179"/>
              <a:gd name="connsiteY9" fmla="*/ 0 h 2732718"/>
              <a:gd name="connsiteX10" fmla="*/ 5765983 w 6919179"/>
              <a:gd name="connsiteY10" fmla="*/ 0 h 2732718"/>
              <a:gd name="connsiteX11" fmla="*/ 6919179 w 6919179"/>
              <a:gd name="connsiteY11" fmla="*/ 0 h 2732718"/>
              <a:gd name="connsiteX12" fmla="*/ 6919179 w 6919179"/>
              <a:gd name="connsiteY12" fmla="*/ 519216 h 2732718"/>
              <a:gd name="connsiteX13" fmla="*/ 6919179 w 6919179"/>
              <a:gd name="connsiteY13" fmla="*/ 983778 h 2732718"/>
              <a:gd name="connsiteX14" fmla="*/ 6919179 w 6919179"/>
              <a:gd name="connsiteY14" fmla="*/ 1530322 h 2732718"/>
              <a:gd name="connsiteX15" fmla="*/ 6919179 w 6919179"/>
              <a:gd name="connsiteY15" fmla="*/ 2076866 h 2732718"/>
              <a:gd name="connsiteX16" fmla="*/ 6919179 w 6919179"/>
              <a:gd name="connsiteY16" fmla="*/ 2732718 h 2732718"/>
              <a:gd name="connsiteX17" fmla="*/ 6273389 w 6919179"/>
              <a:gd name="connsiteY17" fmla="*/ 2732718 h 2732718"/>
              <a:gd name="connsiteX18" fmla="*/ 5696791 w 6919179"/>
              <a:gd name="connsiteY18" fmla="*/ 2732718 h 2732718"/>
              <a:gd name="connsiteX19" fmla="*/ 5327768 w 6919179"/>
              <a:gd name="connsiteY19" fmla="*/ 2732718 h 2732718"/>
              <a:gd name="connsiteX20" fmla="*/ 4889553 w 6919179"/>
              <a:gd name="connsiteY20" fmla="*/ 2732718 h 2732718"/>
              <a:gd name="connsiteX21" fmla="*/ 4174571 w 6919179"/>
              <a:gd name="connsiteY21" fmla="*/ 2732718 h 2732718"/>
              <a:gd name="connsiteX22" fmla="*/ 3597973 w 6919179"/>
              <a:gd name="connsiteY22" fmla="*/ 2732718 h 2732718"/>
              <a:gd name="connsiteX23" fmla="*/ 3159758 w 6919179"/>
              <a:gd name="connsiteY23" fmla="*/ 2732718 h 2732718"/>
              <a:gd name="connsiteX24" fmla="*/ 2583160 w 6919179"/>
              <a:gd name="connsiteY24" fmla="*/ 2732718 h 2732718"/>
              <a:gd name="connsiteX25" fmla="*/ 2214137 w 6919179"/>
              <a:gd name="connsiteY25" fmla="*/ 2732718 h 2732718"/>
              <a:gd name="connsiteX26" fmla="*/ 1845114 w 6919179"/>
              <a:gd name="connsiteY26" fmla="*/ 2732718 h 2732718"/>
              <a:gd name="connsiteX27" fmla="*/ 1268516 w 6919179"/>
              <a:gd name="connsiteY27" fmla="*/ 2732718 h 2732718"/>
              <a:gd name="connsiteX28" fmla="*/ 830301 w 6919179"/>
              <a:gd name="connsiteY28" fmla="*/ 2732718 h 2732718"/>
              <a:gd name="connsiteX29" fmla="*/ 0 w 6919179"/>
              <a:gd name="connsiteY29" fmla="*/ 2732718 h 2732718"/>
              <a:gd name="connsiteX30" fmla="*/ 0 w 6919179"/>
              <a:gd name="connsiteY30" fmla="*/ 2240829 h 2732718"/>
              <a:gd name="connsiteX31" fmla="*/ 0 w 6919179"/>
              <a:gd name="connsiteY31" fmla="*/ 1776267 h 2732718"/>
              <a:gd name="connsiteX32" fmla="*/ 0 w 6919179"/>
              <a:gd name="connsiteY32" fmla="*/ 1202396 h 2732718"/>
              <a:gd name="connsiteX33" fmla="*/ 0 w 6919179"/>
              <a:gd name="connsiteY33" fmla="*/ 710507 h 2732718"/>
              <a:gd name="connsiteX34" fmla="*/ 0 w 6919179"/>
              <a:gd name="connsiteY34" fmla="*/ 0 h 2732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19179" h="2732718" extrusionOk="0">
                <a:moveTo>
                  <a:pt x="0" y="0"/>
                </a:moveTo>
                <a:cubicBezTo>
                  <a:pt x="232057" y="-56933"/>
                  <a:pt x="319128" y="8460"/>
                  <a:pt x="507406" y="0"/>
                </a:cubicBezTo>
                <a:cubicBezTo>
                  <a:pt x="695684" y="-8460"/>
                  <a:pt x="768656" y="8924"/>
                  <a:pt x="876429" y="0"/>
                </a:cubicBezTo>
                <a:cubicBezTo>
                  <a:pt x="984202" y="-8924"/>
                  <a:pt x="1308718" y="25690"/>
                  <a:pt x="1591411" y="0"/>
                </a:cubicBezTo>
                <a:cubicBezTo>
                  <a:pt x="1874104" y="-25690"/>
                  <a:pt x="1912059" y="34266"/>
                  <a:pt x="2098818" y="0"/>
                </a:cubicBezTo>
                <a:cubicBezTo>
                  <a:pt x="2285577" y="-34266"/>
                  <a:pt x="2467276" y="35455"/>
                  <a:pt x="2606224" y="0"/>
                </a:cubicBezTo>
                <a:cubicBezTo>
                  <a:pt x="2745172" y="-35455"/>
                  <a:pt x="3064217" y="47092"/>
                  <a:pt x="3321206" y="0"/>
                </a:cubicBezTo>
                <a:cubicBezTo>
                  <a:pt x="3578195" y="-47092"/>
                  <a:pt x="3627711" y="32031"/>
                  <a:pt x="3759421" y="0"/>
                </a:cubicBezTo>
                <a:cubicBezTo>
                  <a:pt x="3891132" y="-32031"/>
                  <a:pt x="4151586" y="42021"/>
                  <a:pt x="4474402" y="0"/>
                </a:cubicBezTo>
                <a:cubicBezTo>
                  <a:pt x="4797218" y="-42021"/>
                  <a:pt x="4875923" y="2140"/>
                  <a:pt x="5189384" y="0"/>
                </a:cubicBezTo>
                <a:cubicBezTo>
                  <a:pt x="5502845" y="-2140"/>
                  <a:pt x="5482660" y="14254"/>
                  <a:pt x="5765983" y="0"/>
                </a:cubicBezTo>
                <a:cubicBezTo>
                  <a:pt x="6049306" y="-14254"/>
                  <a:pt x="6650789" y="3783"/>
                  <a:pt x="6919179" y="0"/>
                </a:cubicBezTo>
                <a:cubicBezTo>
                  <a:pt x="6919883" y="108349"/>
                  <a:pt x="6894936" y="287175"/>
                  <a:pt x="6919179" y="519216"/>
                </a:cubicBezTo>
                <a:cubicBezTo>
                  <a:pt x="6943422" y="751257"/>
                  <a:pt x="6897386" y="796182"/>
                  <a:pt x="6919179" y="983778"/>
                </a:cubicBezTo>
                <a:cubicBezTo>
                  <a:pt x="6940972" y="1171374"/>
                  <a:pt x="6858344" y="1286844"/>
                  <a:pt x="6919179" y="1530322"/>
                </a:cubicBezTo>
                <a:cubicBezTo>
                  <a:pt x="6980014" y="1773800"/>
                  <a:pt x="6889645" y="1810304"/>
                  <a:pt x="6919179" y="2076866"/>
                </a:cubicBezTo>
                <a:cubicBezTo>
                  <a:pt x="6948713" y="2343428"/>
                  <a:pt x="6915592" y="2418952"/>
                  <a:pt x="6919179" y="2732718"/>
                </a:cubicBezTo>
                <a:cubicBezTo>
                  <a:pt x="6643970" y="2743769"/>
                  <a:pt x="6562606" y="2675783"/>
                  <a:pt x="6273389" y="2732718"/>
                </a:cubicBezTo>
                <a:cubicBezTo>
                  <a:pt x="5984172" y="2789653"/>
                  <a:pt x="5822585" y="2724737"/>
                  <a:pt x="5696791" y="2732718"/>
                </a:cubicBezTo>
                <a:cubicBezTo>
                  <a:pt x="5570997" y="2740699"/>
                  <a:pt x="5485983" y="2690643"/>
                  <a:pt x="5327768" y="2732718"/>
                </a:cubicBezTo>
                <a:cubicBezTo>
                  <a:pt x="5169553" y="2774793"/>
                  <a:pt x="5070670" y="2683104"/>
                  <a:pt x="4889553" y="2732718"/>
                </a:cubicBezTo>
                <a:cubicBezTo>
                  <a:pt x="4708436" y="2782332"/>
                  <a:pt x="4524822" y="2693854"/>
                  <a:pt x="4174571" y="2732718"/>
                </a:cubicBezTo>
                <a:cubicBezTo>
                  <a:pt x="3824320" y="2771582"/>
                  <a:pt x="3733724" y="2682285"/>
                  <a:pt x="3597973" y="2732718"/>
                </a:cubicBezTo>
                <a:cubicBezTo>
                  <a:pt x="3462222" y="2783151"/>
                  <a:pt x="3326049" y="2694050"/>
                  <a:pt x="3159758" y="2732718"/>
                </a:cubicBezTo>
                <a:cubicBezTo>
                  <a:pt x="2993467" y="2771386"/>
                  <a:pt x="2793944" y="2679842"/>
                  <a:pt x="2583160" y="2732718"/>
                </a:cubicBezTo>
                <a:cubicBezTo>
                  <a:pt x="2372376" y="2785594"/>
                  <a:pt x="2316134" y="2694960"/>
                  <a:pt x="2214137" y="2732718"/>
                </a:cubicBezTo>
                <a:cubicBezTo>
                  <a:pt x="2112140" y="2770476"/>
                  <a:pt x="1981568" y="2729465"/>
                  <a:pt x="1845114" y="2732718"/>
                </a:cubicBezTo>
                <a:cubicBezTo>
                  <a:pt x="1708660" y="2735971"/>
                  <a:pt x="1515152" y="2698576"/>
                  <a:pt x="1268516" y="2732718"/>
                </a:cubicBezTo>
                <a:cubicBezTo>
                  <a:pt x="1021880" y="2766860"/>
                  <a:pt x="932483" y="2695417"/>
                  <a:pt x="830301" y="2732718"/>
                </a:cubicBezTo>
                <a:cubicBezTo>
                  <a:pt x="728120" y="2770019"/>
                  <a:pt x="182075" y="2645196"/>
                  <a:pt x="0" y="2732718"/>
                </a:cubicBezTo>
                <a:cubicBezTo>
                  <a:pt x="-46048" y="2572581"/>
                  <a:pt x="16081" y="2399537"/>
                  <a:pt x="0" y="2240829"/>
                </a:cubicBezTo>
                <a:cubicBezTo>
                  <a:pt x="-16081" y="2082121"/>
                  <a:pt x="14419" y="1919804"/>
                  <a:pt x="0" y="1776267"/>
                </a:cubicBezTo>
                <a:cubicBezTo>
                  <a:pt x="-14419" y="1632730"/>
                  <a:pt x="2929" y="1400692"/>
                  <a:pt x="0" y="1202396"/>
                </a:cubicBezTo>
                <a:cubicBezTo>
                  <a:pt x="-2929" y="1004100"/>
                  <a:pt x="42609" y="921177"/>
                  <a:pt x="0" y="710507"/>
                </a:cubicBezTo>
                <a:cubicBezTo>
                  <a:pt x="-42609" y="499837"/>
                  <a:pt x="16833" y="330648"/>
                  <a:pt x="0" y="0"/>
                </a:cubicBezTo>
                <a:close/>
              </a:path>
            </a:pathLst>
          </a:custGeom>
          <a:noFill/>
          <a:ln w="19050" cap="flat" cmpd="sng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Новосибирский государственный академический театр оперы и балета (НГАТОиБ,  НОВАТ) - Юниор">
            <a:extLst>
              <a:ext uri="{FF2B5EF4-FFF2-40B4-BE49-F238E27FC236}">
                <a16:creationId xmlns:a16="http://schemas.microsoft.com/office/drawing/2014/main" id="{EB14B338-F16F-AF59-2D43-00758FD23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1" r="16024" b="15078"/>
          <a:stretch>
            <a:fillRect/>
          </a:stretch>
        </p:blipFill>
        <p:spPr bwMode="auto">
          <a:xfrm>
            <a:off x="5938736" y="3718683"/>
            <a:ext cx="5197005" cy="2645397"/>
          </a:xfrm>
          <a:custGeom>
            <a:avLst/>
            <a:gdLst>
              <a:gd name="connsiteX0" fmla="*/ 0 w 5197005"/>
              <a:gd name="connsiteY0" fmla="*/ 0 h 2645397"/>
              <a:gd name="connsiteX1" fmla="*/ 421535 w 5197005"/>
              <a:gd name="connsiteY1" fmla="*/ 0 h 2645397"/>
              <a:gd name="connsiteX2" fmla="*/ 895040 w 5197005"/>
              <a:gd name="connsiteY2" fmla="*/ 0 h 2645397"/>
              <a:gd name="connsiteX3" fmla="*/ 1524455 w 5197005"/>
              <a:gd name="connsiteY3" fmla="*/ 0 h 2645397"/>
              <a:gd name="connsiteX4" fmla="*/ 2153870 w 5197005"/>
              <a:gd name="connsiteY4" fmla="*/ 0 h 2645397"/>
              <a:gd name="connsiteX5" fmla="*/ 2575405 w 5197005"/>
              <a:gd name="connsiteY5" fmla="*/ 0 h 2645397"/>
              <a:gd name="connsiteX6" fmla="*/ 3048910 w 5197005"/>
              <a:gd name="connsiteY6" fmla="*/ 0 h 2645397"/>
              <a:gd name="connsiteX7" fmla="*/ 3470444 w 5197005"/>
              <a:gd name="connsiteY7" fmla="*/ 0 h 2645397"/>
              <a:gd name="connsiteX8" fmla="*/ 3943949 w 5197005"/>
              <a:gd name="connsiteY8" fmla="*/ 0 h 2645397"/>
              <a:gd name="connsiteX9" fmla="*/ 4625334 w 5197005"/>
              <a:gd name="connsiteY9" fmla="*/ 0 h 2645397"/>
              <a:gd name="connsiteX10" fmla="*/ 5197005 w 5197005"/>
              <a:gd name="connsiteY10" fmla="*/ 0 h 2645397"/>
              <a:gd name="connsiteX11" fmla="*/ 5197005 w 5197005"/>
              <a:gd name="connsiteY11" fmla="*/ 449717 h 2645397"/>
              <a:gd name="connsiteX12" fmla="*/ 5197005 w 5197005"/>
              <a:gd name="connsiteY12" fmla="*/ 1005251 h 2645397"/>
              <a:gd name="connsiteX13" fmla="*/ 5197005 w 5197005"/>
              <a:gd name="connsiteY13" fmla="*/ 1534330 h 2645397"/>
              <a:gd name="connsiteX14" fmla="*/ 5197005 w 5197005"/>
              <a:gd name="connsiteY14" fmla="*/ 2010502 h 2645397"/>
              <a:gd name="connsiteX15" fmla="*/ 5197005 w 5197005"/>
              <a:gd name="connsiteY15" fmla="*/ 2645397 h 2645397"/>
              <a:gd name="connsiteX16" fmla="*/ 4567590 w 5197005"/>
              <a:gd name="connsiteY16" fmla="*/ 2645397 h 2645397"/>
              <a:gd name="connsiteX17" fmla="*/ 4042115 w 5197005"/>
              <a:gd name="connsiteY17" fmla="*/ 2645397 h 2645397"/>
              <a:gd name="connsiteX18" fmla="*/ 3568610 w 5197005"/>
              <a:gd name="connsiteY18" fmla="*/ 2645397 h 2645397"/>
              <a:gd name="connsiteX19" fmla="*/ 3095105 w 5197005"/>
              <a:gd name="connsiteY19" fmla="*/ 2645397 h 2645397"/>
              <a:gd name="connsiteX20" fmla="*/ 2413720 w 5197005"/>
              <a:gd name="connsiteY20" fmla="*/ 2645397 h 2645397"/>
              <a:gd name="connsiteX21" fmla="*/ 1784305 w 5197005"/>
              <a:gd name="connsiteY21" fmla="*/ 2645397 h 2645397"/>
              <a:gd name="connsiteX22" fmla="*/ 1362770 w 5197005"/>
              <a:gd name="connsiteY22" fmla="*/ 2645397 h 2645397"/>
              <a:gd name="connsiteX23" fmla="*/ 837295 w 5197005"/>
              <a:gd name="connsiteY23" fmla="*/ 2645397 h 2645397"/>
              <a:gd name="connsiteX24" fmla="*/ 0 w 5197005"/>
              <a:gd name="connsiteY24" fmla="*/ 2645397 h 2645397"/>
              <a:gd name="connsiteX25" fmla="*/ 0 w 5197005"/>
              <a:gd name="connsiteY25" fmla="*/ 2195680 h 2645397"/>
              <a:gd name="connsiteX26" fmla="*/ 0 w 5197005"/>
              <a:gd name="connsiteY26" fmla="*/ 1666600 h 2645397"/>
              <a:gd name="connsiteX27" fmla="*/ 0 w 5197005"/>
              <a:gd name="connsiteY27" fmla="*/ 1084613 h 2645397"/>
              <a:gd name="connsiteX28" fmla="*/ 0 w 5197005"/>
              <a:gd name="connsiteY28" fmla="*/ 581987 h 2645397"/>
              <a:gd name="connsiteX29" fmla="*/ 0 w 5197005"/>
              <a:gd name="connsiteY29" fmla="*/ 0 h 264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197005" h="2645397" extrusionOk="0">
                <a:moveTo>
                  <a:pt x="0" y="0"/>
                </a:moveTo>
                <a:cubicBezTo>
                  <a:pt x="181783" y="-39595"/>
                  <a:pt x="301960" y="22525"/>
                  <a:pt x="421535" y="0"/>
                </a:cubicBezTo>
                <a:cubicBezTo>
                  <a:pt x="541111" y="-22525"/>
                  <a:pt x="730331" y="7577"/>
                  <a:pt x="895040" y="0"/>
                </a:cubicBezTo>
                <a:cubicBezTo>
                  <a:pt x="1059749" y="-7577"/>
                  <a:pt x="1287865" y="4298"/>
                  <a:pt x="1524455" y="0"/>
                </a:cubicBezTo>
                <a:cubicBezTo>
                  <a:pt x="1761045" y="-4298"/>
                  <a:pt x="1998885" y="62333"/>
                  <a:pt x="2153870" y="0"/>
                </a:cubicBezTo>
                <a:cubicBezTo>
                  <a:pt x="2308856" y="-62333"/>
                  <a:pt x="2482675" y="6192"/>
                  <a:pt x="2575405" y="0"/>
                </a:cubicBezTo>
                <a:cubicBezTo>
                  <a:pt x="2668135" y="-6192"/>
                  <a:pt x="2832992" y="34017"/>
                  <a:pt x="3048910" y="0"/>
                </a:cubicBezTo>
                <a:cubicBezTo>
                  <a:pt x="3264829" y="-34017"/>
                  <a:pt x="3330024" y="16197"/>
                  <a:pt x="3470444" y="0"/>
                </a:cubicBezTo>
                <a:cubicBezTo>
                  <a:pt x="3610864" y="-16197"/>
                  <a:pt x="3813796" y="54590"/>
                  <a:pt x="3943949" y="0"/>
                </a:cubicBezTo>
                <a:cubicBezTo>
                  <a:pt x="4074102" y="-54590"/>
                  <a:pt x="4471666" y="51944"/>
                  <a:pt x="4625334" y="0"/>
                </a:cubicBezTo>
                <a:cubicBezTo>
                  <a:pt x="4779003" y="-51944"/>
                  <a:pt x="5073461" y="29320"/>
                  <a:pt x="5197005" y="0"/>
                </a:cubicBezTo>
                <a:cubicBezTo>
                  <a:pt x="5235550" y="186647"/>
                  <a:pt x="5155129" y="337285"/>
                  <a:pt x="5197005" y="449717"/>
                </a:cubicBezTo>
                <a:cubicBezTo>
                  <a:pt x="5238881" y="562149"/>
                  <a:pt x="5146076" y="837093"/>
                  <a:pt x="5197005" y="1005251"/>
                </a:cubicBezTo>
                <a:cubicBezTo>
                  <a:pt x="5247934" y="1173409"/>
                  <a:pt x="5166850" y="1419750"/>
                  <a:pt x="5197005" y="1534330"/>
                </a:cubicBezTo>
                <a:cubicBezTo>
                  <a:pt x="5227160" y="1648910"/>
                  <a:pt x="5177110" y="1823295"/>
                  <a:pt x="5197005" y="2010502"/>
                </a:cubicBezTo>
                <a:cubicBezTo>
                  <a:pt x="5216900" y="2197709"/>
                  <a:pt x="5162832" y="2341677"/>
                  <a:pt x="5197005" y="2645397"/>
                </a:cubicBezTo>
                <a:cubicBezTo>
                  <a:pt x="4925677" y="2670015"/>
                  <a:pt x="4741691" y="2604381"/>
                  <a:pt x="4567590" y="2645397"/>
                </a:cubicBezTo>
                <a:cubicBezTo>
                  <a:pt x="4393490" y="2686413"/>
                  <a:pt x="4224363" y="2591230"/>
                  <a:pt x="4042115" y="2645397"/>
                </a:cubicBezTo>
                <a:cubicBezTo>
                  <a:pt x="3859867" y="2699564"/>
                  <a:pt x="3761335" y="2588890"/>
                  <a:pt x="3568610" y="2645397"/>
                </a:cubicBezTo>
                <a:cubicBezTo>
                  <a:pt x="3375885" y="2701904"/>
                  <a:pt x="3283580" y="2617590"/>
                  <a:pt x="3095105" y="2645397"/>
                </a:cubicBezTo>
                <a:cubicBezTo>
                  <a:pt x="2906631" y="2673204"/>
                  <a:pt x="2566264" y="2566171"/>
                  <a:pt x="2413720" y="2645397"/>
                </a:cubicBezTo>
                <a:cubicBezTo>
                  <a:pt x="2261176" y="2724623"/>
                  <a:pt x="2096874" y="2627346"/>
                  <a:pt x="1784305" y="2645397"/>
                </a:cubicBezTo>
                <a:cubicBezTo>
                  <a:pt x="1471737" y="2663448"/>
                  <a:pt x="1481638" y="2643748"/>
                  <a:pt x="1362770" y="2645397"/>
                </a:cubicBezTo>
                <a:cubicBezTo>
                  <a:pt x="1243903" y="2647046"/>
                  <a:pt x="1042414" y="2634767"/>
                  <a:pt x="837295" y="2645397"/>
                </a:cubicBezTo>
                <a:cubicBezTo>
                  <a:pt x="632176" y="2656027"/>
                  <a:pt x="361714" y="2610588"/>
                  <a:pt x="0" y="2645397"/>
                </a:cubicBezTo>
                <a:cubicBezTo>
                  <a:pt x="-45181" y="2532859"/>
                  <a:pt x="30192" y="2303597"/>
                  <a:pt x="0" y="2195680"/>
                </a:cubicBezTo>
                <a:cubicBezTo>
                  <a:pt x="-30192" y="2087763"/>
                  <a:pt x="8424" y="1798669"/>
                  <a:pt x="0" y="1666600"/>
                </a:cubicBezTo>
                <a:cubicBezTo>
                  <a:pt x="-8424" y="1534531"/>
                  <a:pt x="24998" y="1233142"/>
                  <a:pt x="0" y="1084613"/>
                </a:cubicBezTo>
                <a:cubicBezTo>
                  <a:pt x="-24998" y="936084"/>
                  <a:pt x="7697" y="727479"/>
                  <a:pt x="0" y="581987"/>
                </a:cubicBezTo>
                <a:cubicBezTo>
                  <a:pt x="-7697" y="436495"/>
                  <a:pt x="2761" y="25870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627300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Новосибирский областной театр кукол – Театральные архивы России и русского  зарубежья">
            <a:extLst>
              <a:ext uri="{FF2B5EF4-FFF2-40B4-BE49-F238E27FC236}">
                <a16:creationId xmlns:a16="http://schemas.microsoft.com/office/drawing/2014/main" id="{3A822D24-37CC-C433-BC33-B261A3778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74" y="3686065"/>
            <a:ext cx="4088287" cy="2710631"/>
          </a:xfrm>
          <a:custGeom>
            <a:avLst/>
            <a:gdLst>
              <a:gd name="connsiteX0" fmla="*/ 0 w 4088287"/>
              <a:gd name="connsiteY0" fmla="*/ 0 h 2710631"/>
              <a:gd name="connsiteX1" fmla="*/ 584041 w 4088287"/>
              <a:gd name="connsiteY1" fmla="*/ 0 h 2710631"/>
              <a:gd name="connsiteX2" fmla="*/ 1045433 w 4088287"/>
              <a:gd name="connsiteY2" fmla="*/ 0 h 2710631"/>
              <a:gd name="connsiteX3" fmla="*/ 1670357 w 4088287"/>
              <a:gd name="connsiteY3" fmla="*/ 0 h 2710631"/>
              <a:gd name="connsiteX4" fmla="*/ 2131750 w 4088287"/>
              <a:gd name="connsiteY4" fmla="*/ 0 h 2710631"/>
              <a:gd name="connsiteX5" fmla="*/ 2634025 w 4088287"/>
              <a:gd name="connsiteY5" fmla="*/ 0 h 2710631"/>
              <a:gd name="connsiteX6" fmla="*/ 3218066 w 4088287"/>
              <a:gd name="connsiteY6" fmla="*/ 0 h 2710631"/>
              <a:gd name="connsiteX7" fmla="*/ 4088287 w 4088287"/>
              <a:gd name="connsiteY7" fmla="*/ 0 h 2710631"/>
              <a:gd name="connsiteX8" fmla="*/ 4088287 w 4088287"/>
              <a:gd name="connsiteY8" fmla="*/ 487914 h 2710631"/>
              <a:gd name="connsiteX9" fmla="*/ 4088287 w 4088287"/>
              <a:gd name="connsiteY9" fmla="*/ 1030040 h 2710631"/>
              <a:gd name="connsiteX10" fmla="*/ 4088287 w 4088287"/>
              <a:gd name="connsiteY10" fmla="*/ 1626379 h 2710631"/>
              <a:gd name="connsiteX11" fmla="*/ 4088287 w 4088287"/>
              <a:gd name="connsiteY11" fmla="*/ 2168505 h 2710631"/>
              <a:gd name="connsiteX12" fmla="*/ 4088287 w 4088287"/>
              <a:gd name="connsiteY12" fmla="*/ 2710631 h 2710631"/>
              <a:gd name="connsiteX13" fmla="*/ 3463363 w 4088287"/>
              <a:gd name="connsiteY13" fmla="*/ 2710631 h 2710631"/>
              <a:gd name="connsiteX14" fmla="*/ 2838439 w 4088287"/>
              <a:gd name="connsiteY14" fmla="*/ 2710631 h 2710631"/>
              <a:gd name="connsiteX15" fmla="*/ 2213515 w 4088287"/>
              <a:gd name="connsiteY15" fmla="*/ 2710631 h 2710631"/>
              <a:gd name="connsiteX16" fmla="*/ 1547709 w 4088287"/>
              <a:gd name="connsiteY16" fmla="*/ 2710631 h 2710631"/>
              <a:gd name="connsiteX17" fmla="*/ 1086316 w 4088287"/>
              <a:gd name="connsiteY17" fmla="*/ 2710631 h 2710631"/>
              <a:gd name="connsiteX18" fmla="*/ 584041 w 4088287"/>
              <a:gd name="connsiteY18" fmla="*/ 2710631 h 2710631"/>
              <a:gd name="connsiteX19" fmla="*/ 0 w 4088287"/>
              <a:gd name="connsiteY19" fmla="*/ 2710631 h 2710631"/>
              <a:gd name="connsiteX20" fmla="*/ 0 w 4088287"/>
              <a:gd name="connsiteY20" fmla="*/ 2168505 h 2710631"/>
              <a:gd name="connsiteX21" fmla="*/ 0 w 4088287"/>
              <a:gd name="connsiteY21" fmla="*/ 1572166 h 2710631"/>
              <a:gd name="connsiteX22" fmla="*/ 0 w 4088287"/>
              <a:gd name="connsiteY22" fmla="*/ 975827 h 2710631"/>
              <a:gd name="connsiteX23" fmla="*/ 0 w 4088287"/>
              <a:gd name="connsiteY23" fmla="*/ 0 h 2710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088287" h="2710631" extrusionOk="0">
                <a:moveTo>
                  <a:pt x="0" y="0"/>
                </a:moveTo>
                <a:cubicBezTo>
                  <a:pt x="132678" y="-40709"/>
                  <a:pt x="431052" y="33572"/>
                  <a:pt x="584041" y="0"/>
                </a:cubicBezTo>
                <a:cubicBezTo>
                  <a:pt x="737030" y="-33572"/>
                  <a:pt x="879984" y="3803"/>
                  <a:pt x="1045433" y="0"/>
                </a:cubicBezTo>
                <a:cubicBezTo>
                  <a:pt x="1210882" y="-3803"/>
                  <a:pt x="1455415" y="53894"/>
                  <a:pt x="1670357" y="0"/>
                </a:cubicBezTo>
                <a:cubicBezTo>
                  <a:pt x="1885299" y="-53894"/>
                  <a:pt x="1901633" y="4567"/>
                  <a:pt x="2131750" y="0"/>
                </a:cubicBezTo>
                <a:cubicBezTo>
                  <a:pt x="2361867" y="-4567"/>
                  <a:pt x="2515899" y="13640"/>
                  <a:pt x="2634025" y="0"/>
                </a:cubicBezTo>
                <a:cubicBezTo>
                  <a:pt x="2752152" y="-13640"/>
                  <a:pt x="2987838" y="17798"/>
                  <a:pt x="3218066" y="0"/>
                </a:cubicBezTo>
                <a:cubicBezTo>
                  <a:pt x="3448294" y="-17798"/>
                  <a:pt x="3824689" y="70907"/>
                  <a:pt x="4088287" y="0"/>
                </a:cubicBezTo>
                <a:cubicBezTo>
                  <a:pt x="4090007" y="189879"/>
                  <a:pt x="4066043" y="273882"/>
                  <a:pt x="4088287" y="487914"/>
                </a:cubicBezTo>
                <a:cubicBezTo>
                  <a:pt x="4110531" y="701946"/>
                  <a:pt x="4080059" y="919490"/>
                  <a:pt x="4088287" y="1030040"/>
                </a:cubicBezTo>
                <a:cubicBezTo>
                  <a:pt x="4096515" y="1140590"/>
                  <a:pt x="4058026" y="1422860"/>
                  <a:pt x="4088287" y="1626379"/>
                </a:cubicBezTo>
                <a:cubicBezTo>
                  <a:pt x="4118548" y="1829898"/>
                  <a:pt x="4056867" y="2010652"/>
                  <a:pt x="4088287" y="2168505"/>
                </a:cubicBezTo>
                <a:cubicBezTo>
                  <a:pt x="4119707" y="2326358"/>
                  <a:pt x="4028856" y="2457141"/>
                  <a:pt x="4088287" y="2710631"/>
                </a:cubicBezTo>
                <a:cubicBezTo>
                  <a:pt x="3795311" y="2774908"/>
                  <a:pt x="3746543" y="2635961"/>
                  <a:pt x="3463363" y="2710631"/>
                </a:cubicBezTo>
                <a:cubicBezTo>
                  <a:pt x="3180183" y="2785301"/>
                  <a:pt x="3079331" y="2636542"/>
                  <a:pt x="2838439" y="2710631"/>
                </a:cubicBezTo>
                <a:cubicBezTo>
                  <a:pt x="2597547" y="2784720"/>
                  <a:pt x="2472750" y="2680027"/>
                  <a:pt x="2213515" y="2710631"/>
                </a:cubicBezTo>
                <a:cubicBezTo>
                  <a:pt x="1954280" y="2741235"/>
                  <a:pt x="1750243" y="2679869"/>
                  <a:pt x="1547709" y="2710631"/>
                </a:cubicBezTo>
                <a:cubicBezTo>
                  <a:pt x="1345175" y="2741393"/>
                  <a:pt x="1232457" y="2695103"/>
                  <a:pt x="1086316" y="2710631"/>
                </a:cubicBezTo>
                <a:cubicBezTo>
                  <a:pt x="940175" y="2726159"/>
                  <a:pt x="773098" y="2657361"/>
                  <a:pt x="584041" y="2710631"/>
                </a:cubicBezTo>
                <a:cubicBezTo>
                  <a:pt x="394985" y="2763901"/>
                  <a:pt x="160717" y="2695429"/>
                  <a:pt x="0" y="2710631"/>
                </a:cubicBezTo>
                <a:cubicBezTo>
                  <a:pt x="-31229" y="2540985"/>
                  <a:pt x="40352" y="2317630"/>
                  <a:pt x="0" y="2168505"/>
                </a:cubicBezTo>
                <a:cubicBezTo>
                  <a:pt x="-40352" y="2019380"/>
                  <a:pt x="43773" y="1707575"/>
                  <a:pt x="0" y="1572166"/>
                </a:cubicBezTo>
                <a:cubicBezTo>
                  <a:pt x="-43773" y="1436757"/>
                  <a:pt x="61593" y="1269288"/>
                  <a:pt x="0" y="975827"/>
                </a:cubicBezTo>
                <a:cubicBezTo>
                  <a:pt x="-61593" y="682366"/>
                  <a:pt x="23176" y="423015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89160832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74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верхние углы 7">
            <a:extLst>
              <a:ext uri="{FF2B5EF4-FFF2-40B4-BE49-F238E27FC236}">
                <a16:creationId xmlns:a16="http://schemas.microsoft.com/office/drawing/2014/main" id="{7C3EB42E-9E84-9151-F536-0884C0170784}"/>
              </a:ext>
            </a:extLst>
          </p:cNvPr>
          <p:cNvSpPr/>
          <p:nvPr/>
        </p:nvSpPr>
        <p:spPr>
          <a:xfrm flipV="1">
            <a:off x="282924" y="-61254"/>
            <a:ext cx="5325055" cy="4064487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верхние углы 5">
            <a:extLst>
              <a:ext uri="{FF2B5EF4-FFF2-40B4-BE49-F238E27FC236}">
                <a16:creationId xmlns:a16="http://schemas.microsoft.com/office/drawing/2014/main" id="{6938CC82-7CC3-2CE8-F7C1-73ABE2DE9718}"/>
              </a:ext>
            </a:extLst>
          </p:cNvPr>
          <p:cNvSpPr/>
          <p:nvPr/>
        </p:nvSpPr>
        <p:spPr>
          <a:xfrm>
            <a:off x="7157696" y="3162489"/>
            <a:ext cx="4751380" cy="3815827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40A06-FED8-2B3E-3DF8-61B6EE71CA78}"/>
              </a:ext>
            </a:extLst>
          </p:cNvPr>
          <p:cNvSpPr txBox="1"/>
          <p:nvPr/>
        </p:nvSpPr>
        <p:spPr>
          <a:xfrm>
            <a:off x="517777" y="3089425"/>
            <a:ext cx="113976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spc="600" dirty="0">
                <a:ln w="19050">
                  <a:solidFill>
                    <a:schemeClr val="bg1"/>
                  </a:solidFill>
                </a:ln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ДОСТОПРИМЕЧАТЕЛЬНОСТИ</a:t>
            </a:r>
          </a:p>
        </p:txBody>
      </p:sp>
      <p:pic>
        <p:nvPicPr>
          <p:cNvPr id="2052" name="Picture 4" descr="СОБОР АЛЕКСАНДРА НЕВСКОГО (Собор во имя Святого Благоверного Князя Александра  Невского) история объекты архитектуры и достопримечательности">
            <a:extLst>
              <a:ext uri="{FF2B5EF4-FFF2-40B4-BE49-F238E27FC236}">
                <a16:creationId xmlns:a16="http://schemas.microsoft.com/office/drawing/2014/main" id="{C5080E83-6D92-C6A7-3D4F-16C7F48460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" t="903" r="468" b="999"/>
          <a:stretch>
            <a:fillRect/>
          </a:stretch>
        </p:blipFill>
        <p:spPr bwMode="auto">
          <a:xfrm>
            <a:off x="630017" y="183755"/>
            <a:ext cx="4642002" cy="2969984"/>
          </a:xfrm>
          <a:prstGeom prst="rect">
            <a:avLst/>
          </a:prstGeom>
          <a:noFill/>
          <a:ln w="9525">
            <a:noFill/>
            <a:prstDash val="sysDash"/>
            <a:extLst>
              <a:ext uri="{C807C97D-BFC1-408E-A445-0C87EB9F89A2}">
                <ask:lineSketchStyleProps xmlns:ask="http://schemas.microsoft.com/office/drawing/2018/sketchyshapes" sd="600075286">
                  <a:custGeom>
                    <a:avLst/>
                    <a:gdLst>
                      <a:gd name="connsiteX0" fmla="*/ 0 w 4768844"/>
                      <a:gd name="connsiteY0" fmla="*/ 0 h 3087741"/>
                      <a:gd name="connsiteX1" fmla="*/ 500729 w 4768844"/>
                      <a:gd name="connsiteY1" fmla="*/ 0 h 3087741"/>
                      <a:gd name="connsiteX2" fmla="*/ 1001457 w 4768844"/>
                      <a:gd name="connsiteY2" fmla="*/ 0 h 3087741"/>
                      <a:gd name="connsiteX3" fmla="*/ 1597563 w 4768844"/>
                      <a:gd name="connsiteY3" fmla="*/ 0 h 3087741"/>
                      <a:gd name="connsiteX4" fmla="*/ 2241357 w 4768844"/>
                      <a:gd name="connsiteY4" fmla="*/ 0 h 3087741"/>
                      <a:gd name="connsiteX5" fmla="*/ 2789774 w 4768844"/>
                      <a:gd name="connsiteY5" fmla="*/ 0 h 3087741"/>
                      <a:gd name="connsiteX6" fmla="*/ 3481256 w 4768844"/>
                      <a:gd name="connsiteY6" fmla="*/ 0 h 3087741"/>
                      <a:gd name="connsiteX7" fmla="*/ 4029673 w 4768844"/>
                      <a:gd name="connsiteY7" fmla="*/ 0 h 3087741"/>
                      <a:gd name="connsiteX8" fmla="*/ 4768844 w 4768844"/>
                      <a:gd name="connsiteY8" fmla="*/ 0 h 3087741"/>
                      <a:gd name="connsiteX9" fmla="*/ 4768844 w 4768844"/>
                      <a:gd name="connsiteY9" fmla="*/ 545501 h 3087741"/>
                      <a:gd name="connsiteX10" fmla="*/ 4768844 w 4768844"/>
                      <a:gd name="connsiteY10" fmla="*/ 1121879 h 3087741"/>
                      <a:gd name="connsiteX11" fmla="*/ 4768844 w 4768844"/>
                      <a:gd name="connsiteY11" fmla="*/ 1574748 h 3087741"/>
                      <a:gd name="connsiteX12" fmla="*/ 4768844 w 4768844"/>
                      <a:gd name="connsiteY12" fmla="*/ 1996739 h 3087741"/>
                      <a:gd name="connsiteX13" fmla="*/ 4768844 w 4768844"/>
                      <a:gd name="connsiteY13" fmla="*/ 2511363 h 3087741"/>
                      <a:gd name="connsiteX14" fmla="*/ 4768844 w 4768844"/>
                      <a:gd name="connsiteY14" fmla="*/ 3087741 h 3087741"/>
                      <a:gd name="connsiteX15" fmla="*/ 4268115 w 4768844"/>
                      <a:gd name="connsiteY15" fmla="*/ 3087741 h 3087741"/>
                      <a:gd name="connsiteX16" fmla="*/ 3767387 w 4768844"/>
                      <a:gd name="connsiteY16" fmla="*/ 3087741 h 3087741"/>
                      <a:gd name="connsiteX17" fmla="*/ 3314347 w 4768844"/>
                      <a:gd name="connsiteY17" fmla="*/ 3087741 h 3087741"/>
                      <a:gd name="connsiteX18" fmla="*/ 2765930 w 4768844"/>
                      <a:gd name="connsiteY18" fmla="*/ 3087741 h 3087741"/>
                      <a:gd name="connsiteX19" fmla="*/ 2312889 w 4768844"/>
                      <a:gd name="connsiteY19" fmla="*/ 3087741 h 3087741"/>
                      <a:gd name="connsiteX20" fmla="*/ 1764472 w 4768844"/>
                      <a:gd name="connsiteY20" fmla="*/ 3087741 h 3087741"/>
                      <a:gd name="connsiteX21" fmla="*/ 1263744 w 4768844"/>
                      <a:gd name="connsiteY21" fmla="*/ 3087741 h 3087741"/>
                      <a:gd name="connsiteX22" fmla="*/ 667638 w 4768844"/>
                      <a:gd name="connsiteY22" fmla="*/ 3087741 h 3087741"/>
                      <a:gd name="connsiteX23" fmla="*/ 0 w 4768844"/>
                      <a:gd name="connsiteY23" fmla="*/ 3087741 h 3087741"/>
                      <a:gd name="connsiteX24" fmla="*/ 0 w 4768844"/>
                      <a:gd name="connsiteY24" fmla="*/ 2511363 h 3087741"/>
                      <a:gd name="connsiteX25" fmla="*/ 0 w 4768844"/>
                      <a:gd name="connsiteY25" fmla="*/ 2027617 h 3087741"/>
                      <a:gd name="connsiteX26" fmla="*/ 0 w 4768844"/>
                      <a:gd name="connsiteY26" fmla="*/ 1605625 h 3087741"/>
                      <a:gd name="connsiteX27" fmla="*/ 0 w 4768844"/>
                      <a:gd name="connsiteY27" fmla="*/ 1029247 h 3087741"/>
                      <a:gd name="connsiteX28" fmla="*/ 0 w 4768844"/>
                      <a:gd name="connsiteY28" fmla="*/ 607256 h 3087741"/>
                      <a:gd name="connsiteX29" fmla="*/ 0 w 4768844"/>
                      <a:gd name="connsiteY29" fmla="*/ 0 h 30877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8844" h="3087741" extrusionOk="0">
                        <a:moveTo>
                          <a:pt x="0" y="0"/>
                        </a:moveTo>
                        <a:cubicBezTo>
                          <a:pt x="173295" y="-1923"/>
                          <a:pt x="256174" y="5240"/>
                          <a:pt x="500729" y="0"/>
                        </a:cubicBezTo>
                        <a:cubicBezTo>
                          <a:pt x="745284" y="-5240"/>
                          <a:pt x="863829" y="9591"/>
                          <a:pt x="1001457" y="0"/>
                        </a:cubicBezTo>
                        <a:cubicBezTo>
                          <a:pt x="1139085" y="-9591"/>
                          <a:pt x="1304938" y="44764"/>
                          <a:pt x="1597563" y="0"/>
                        </a:cubicBezTo>
                        <a:cubicBezTo>
                          <a:pt x="1890188" y="-44764"/>
                          <a:pt x="2012591" y="48365"/>
                          <a:pt x="2241357" y="0"/>
                        </a:cubicBezTo>
                        <a:cubicBezTo>
                          <a:pt x="2470123" y="-48365"/>
                          <a:pt x="2674233" y="52490"/>
                          <a:pt x="2789774" y="0"/>
                        </a:cubicBezTo>
                        <a:cubicBezTo>
                          <a:pt x="2905315" y="-52490"/>
                          <a:pt x="3140234" y="78642"/>
                          <a:pt x="3481256" y="0"/>
                        </a:cubicBezTo>
                        <a:cubicBezTo>
                          <a:pt x="3822278" y="-78642"/>
                          <a:pt x="3791047" y="32194"/>
                          <a:pt x="4029673" y="0"/>
                        </a:cubicBezTo>
                        <a:cubicBezTo>
                          <a:pt x="4268299" y="-32194"/>
                          <a:pt x="4549167" y="27569"/>
                          <a:pt x="4768844" y="0"/>
                        </a:cubicBezTo>
                        <a:cubicBezTo>
                          <a:pt x="4820236" y="192456"/>
                          <a:pt x="4736270" y="410293"/>
                          <a:pt x="4768844" y="545501"/>
                        </a:cubicBezTo>
                        <a:cubicBezTo>
                          <a:pt x="4801418" y="680709"/>
                          <a:pt x="4736815" y="878847"/>
                          <a:pt x="4768844" y="1121879"/>
                        </a:cubicBezTo>
                        <a:cubicBezTo>
                          <a:pt x="4800873" y="1364911"/>
                          <a:pt x="4719197" y="1390874"/>
                          <a:pt x="4768844" y="1574748"/>
                        </a:cubicBezTo>
                        <a:cubicBezTo>
                          <a:pt x="4818491" y="1758622"/>
                          <a:pt x="4733135" y="1826139"/>
                          <a:pt x="4768844" y="1996739"/>
                        </a:cubicBezTo>
                        <a:cubicBezTo>
                          <a:pt x="4804553" y="2167339"/>
                          <a:pt x="4741736" y="2273825"/>
                          <a:pt x="4768844" y="2511363"/>
                        </a:cubicBezTo>
                        <a:cubicBezTo>
                          <a:pt x="4795952" y="2748901"/>
                          <a:pt x="4729726" y="2822473"/>
                          <a:pt x="4768844" y="3087741"/>
                        </a:cubicBezTo>
                        <a:cubicBezTo>
                          <a:pt x="4530366" y="3111462"/>
                          <a:pt x="4404452" y="3037513"/>
                          <a:pt x="4268115" y="3087741"/>
                        </a:cubicBezTo>
                        <a:cubicBezTo>
                          <a:pt x="4131778" y="3137969"/>
                          <a:pt x="3938981" y="3064397"/>
                          <a:pt x="3767387" y="3087741"/>
                        </a:cubicBezTo>
                        <a:cubicBezTo>
                          <a:pt x="3595793" y="3111085"/>
                          <a:pt x="3536430" y="3067268"/>
                          <a:pt x="3314347" y="3087741"/>
                        </a:cubicBezTo>
                        <a:cubicBezTo>
                          <a:pt x="3092264" y="3108214"/>
                          <a:pt x="2984136" y="3054755"/>
                          <a:pt x="2765930" y="3087741"/>
                        </a:cubicBezTo>
                        <a:cubicBezTo>
                          <a:pt x="2547724" y="3120727"/>
                          <a:pt x="2438225" y="3079015"/>
                          <a:pt x="2312889" y="3087741"/>
                        </a:cubicBezTo>
                        <a:cubicBezTo>
                          <a:pt x="2187553" y="3096467"/>
                          <a:pt x="2033671" y="3026660"/>
                          <a:pt x="1764472" y="3087741"/>
                        </a:cubicBezTo>
                        <a:cubicBezTo>
                          <a:pt x="1495273" y="3148822"/>
                          <a:pt x="1435437" y="3053560"/>
                          <a:pt x="1263744" y="3087741"/>
                        </a:cubicBezTo>
                        <a:cubicBezTo>
                          <a:pt x="1092051" y="3121922"/>
                          <a:pt x="933242" y="3052993"/>
                          <a:pt x="667638" y="3087741"/>
                        </a:cubicBezTo>
                        <a:cubicBezTo>
                          <a:pt x="402034" y="3122489"/>
                          <a:pt x="316557" y="3070427"/>
                          <a:pt x="0" y="3087741"/>
                        </a:cubicBezTo>
                        <a:cubicBezTo>
                          <a:pt x="-39703" y="2822056"/>
                          <a:pt x="47925" y="2768490"/>
                          <a:pt x="0" y="2511363"/>
                        </a:cubicBezTo>
                        <a:cubicBezTo>
                          <a:pt x="-47925" y="2254236"/>
                          <a:pt x="26419" y="2188910"/>
                          <a:pt x="0" y="2027617"/>
                        </a:cubicBezTo>
                        <a:cubicBezTo>
                          <a:pt x="-26419" y="1866324"/>
                          <a:pt x="8869" y="1805043"/>
                          <a:pt x="0" y="1605625"/>
                        </a:cubicBezTo>
                        <a:cubicBezTo>
                          <a:pt x="-8869" y="1406207"/>
                          <a:pt x="14124" y="1150792"/>
                          <a:pt x="0" y="1029247"/>
                        </a:cubicBezTo>
                        <a:cubicBezTo>
                          <a:pt x="-14124" y="907702"/>
                          <a:pt x="23701" y="798805"/>
                          <a:pt x="0" y="607256"/>
                        </a:cubicBezTo>
                        <a:cubicBezTo>
                          <a:pt x="-23701" y="415707"/>
                          <a:pt x="47974" y="1704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Вокзал станции Новосибирск-Главный | Официальный сайт Новосибирска">
            <a:extLst>
              <a:ext uri="{FF2B5EF4-FFF2-40B4-BE49-F238E27FC236}">
                <a16:creationId xmlns:a16="http://schemas.microsoft.com/office/drawing/2014/main" id="{5BD5D6CA-9CB0-1B7F-949A-2DBDFBF50E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" t="6562" b="17184"/>
          <a:stretch>
            <a:fillRect/>
          </a:stretch>
        </p:blipFill>
        <p:spPr bwMode="auto">
          <a:xfrm>
            <a:off x="6016598" y="311049"/>
            <a:ext cx="5769442" cy="2552648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338078341">
                  <a:custGeom>
                    <a:avLst/>
                    <a:gdLst>
                      <a:gd name="connsiteX0" fmla="*/ 0 w 5769442"/>
                      <a:gd name="connsiteY0" fmla="*/ 0 h 2552648"/>
                      <a:gd name="connsiteX1" fmla="*/ 634639 w 5769442"/>
                      <a:gd name="connsiteY1" fmla="*/ 0 h 2552648"/>
                      <a:gd name="connsiteX2" fmla="*/ 1326972 w 5769442"/>
                      <a:gd name="connsiteY2" fmla="*/ 0 h 2552648"/>
                      <a:gd name="connsiteX3" fmla="*/ 1730833 w 5769442"/>
                      <a:gd name="connsiteY3" fmla="*/ 0 h 2552648"/>
                      <a:gd name="connsiteX4" fmla="*/ 2250082 w 5769442"/>
                      <a:gd name="connsiteY4" fmla="*/ 0 h 2552648"/>
                      <a:gd name="connsiteX5" fmla="*/ 2711638 w 5769442"/>
                      <a:gd name="connsiteY5" fmla="*/ 0 h 2552648"/>
                      <a:gd name="connsiteX6" fmla="*/ 3288582 w 5769442"/>
                      <a:gd name="connsiteY6" fmla="*/ 0 h 2552648"/>
                      <a:gd name="connsiteX7" fmla="*/ 3980915 w 5769442"/>
                      <a:gd name="connsiteY7" fmla="*/ 0 h 2552648"/>
                      <a:gd name="connsiteX8" fmla="*/ 4673248 w 5769442"/>
                      <a:gd name="connsiteY8" fmla="*/ 0 h 2552648"/>
                      <a:gd name="connsiteX9" fmla="*/ 5769442 w 5769442"/>
                      <a:gd name="connsiteY9" fmla="*/ 0 h 2552648"/>
                      <a:gd name="connsiteX10" fmla="*/ 5769442 w 5769442"/>
                      <a:gd name="connsiteY10" fmla="*/ 536056 h 2552648"/>
                      <a:gd name="connsiteX11" fmla="*/ 5769442 w 5769442"/>
                      <a:gd name="connsiteY11" fmla="*/ 1046586 h 2552648"/>
                      <a:gd name="connsiteX12" fmla="*/ 5769442 w 5769442"/>
                      <a:gd name="connsiteY12" fmla="*/ 1531589 h 2552648"/>
                      <a:gd name="connsiteX13" fmla="*/ 5769442 w 5769442"/>
                      <a:gd name="connsiteY13" fmla="*/ 2067645 h 2552648"/>
                      <a:gd name="connsiteX14" fmla="*/ 5769442 w 5769442"/>
                      <a:gd name="connsiteY14" fmla="*/ 2552648 h 2552648"/>
                      <a:gd name="connsiteX15" fmla="*/ 5307887 w 5769442"/>
                      <a:gd name="connsiteY15" fmla="*/ 2552648 h 2552648"/>
                      <a:gd name="connsiteX16" fmla="*/ 4846331 w 5769442"/>
                      <a:gd name="connsiteY16" fmla="*/ 2552648 h 2552648"/>
                      <a:gd name="connsiteX17" fmla="*/ 4153998 w 5769442"/>
                      <a:gd name="connsiteY17" fmla="*/ 2552648 h 2552648"/>
                      <a:gd name="connsiteX18" fmla="*/ 3692443 w 5769442"/>
                      <a:gd name="connsiteY18" fmla="*/ 2552648 h 2552648"/>
                      <a:gd name="connsiteX19" fmla="*/ 3057804 w 5769442"/>
                      <a:gd name="connsiteY19" fmla="*/ 2552648 h 2552648"/>
                      <a:gd name="connsiteX20" fmla="*/ 2480860 w 5769442"/>
                      <a:gd name="connsiteY20" fmla="*/ 2552648 h 2552648"/>
                      <a:gd name="connsiteX21" fmla="*/ 2076999 w 5769442"/>
                      <a:gd name="connsiteY21" fmla="*/ 2552648 h 2552648"/>
                      <a:gd name="connsiteX22" fmla="*/ 1442360 w 5769442"/>
                      <a:gd name="connsiteY22" fmla="*/ 2552648 h 2552648"/>
                      <a:gd name="connsiteX23" fmla="*/ 923111 w 5769442"/>
                      <a:gd name="connsiteY23" fmla="*/ 2552648 h 2552648"/>
                      <a:gd name="connsiteX24" fmla="*/ 519250 w 5769442"/>
                      <a:gd name="connsiteY24" fmla="*/ 2552648 h 2552648"/>
                      <a:gd name="connsiteX25" fmla="*/ 0 w 5769442"/>
                      <a:gd name="connsiteY25" fmla="*/ 2552648 h 2552648"/>
                      <a:gd name="connsiteX26" fmla="*/ 0 w 5769442"/>
                      <a:gd name="connsiteY26" fmla="*/ 2093171 h 2552648"/>
                      <a:gd name="connsiteX27" fmla="*/ 0 w 5769442"/>
                      <a:gd name="connsiteY27" fmla="*/ 1582642 h 2552648"/>
                      <a:gd name="connsiteX28" fmla="*/ 0 w 5769442"/>
                      <a:gd name="connsiteY28" fmla="*/ 1148692 h 2552648"/>
                      <a:gd name="connsiteX29" fmla="*/ 0 w 5769442"/>
                      <a:gd name="connsiteY29" fmla="*/ 587109 h 2552648"/>
                      <a:gd name="connsiteX30" fmla="*/ 0 w 5769442"/>
                      <a:gd name="connsiteY30" fmla="*/ 0 h 25526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769442" h="2552648" extrusionOk="0">
                        <a:moveTo>
                          <a:pt x="0" y="0"/>
                        </a:moveTo>
                        <a:cubicBezTo>
                          <a:pt x="285916" y="-10562"/>
                          <a:pt x="493526" y="757"/>
                          <a:pt x="634639" y="0"/>
                        </a:cubicBezTo>
                        <a:cubicBezTo>
                          <a:pt x="775752" y="-757"/>
                          <a:pt x="1025315" y="17926"/>
                          <a:pt x="1326972" y="0"/>
                        </a:cubicBezTo>
                        <a:cubicBezTo>
                          <a:pt x="1628629" y="-17926"/>
                          <a:pt x="1609073" y="44781"/>
                          <a:pt x="1730833" y="0"/>
                        </a:cubicBezTo>
                        <a:cubicBezTo>
                          <a:pt x="1852593" y="-44781"/>
                          <a:pt x="2038637" y="18154"/>
                          <a:pt x="2250082" y="0"/>
                        </a:cubicBezTo>
                        <a:cubicBezTo>
                          <a:pt x="2461527" y="-18154"/>
                          <a:pt x="2605284" y="4203"/>
                          <a:pt x="2711638" y="0"/>
                        </a:cubicBezTo>
                        <a:cubicBezTo>
                          <a:pt x="2817992" y="-4203"/>
                          <a:pt x="3129065" y="40991"/>
                          <a:pt x="3288582" y="0"/>
                        </a:cubicBezTo>
                        <a:cubicBezTo>
                          <a:pt x="3448099" y="-40991"/>
                          <a:pt x="3644021" y="3875"/>
                          <a:pt x="3980915" y="0"/>
                        </a:cubicBezTo>
                        <a:cubicBezTo>
                          <a:pt x="4317809" y="-3875"/>
                          <a:pt x="4504653" y="32360"/>
                          <a:pt x="4673248" y="0"/>
                        </a:cubicBezTo>
                        <a:cubicBezTo>
                          <a:pt x="4841843" y="-32360"/>
                          <a:pt x="5470635" y="38602"/>
                          <a:pt x="5769442" y="0"/>
                        </a:cubicBezTo>
                        <a:cubicBezTo>
                          <a:pt x="5799723" y="144006"/>
                          <a:pt x="5765346" y="354669"/>
                          <a:pt x="5769442" y="536056"/>
                        </a:cubicBezTo>
                        <a:cubicBezTo>
                          <a:pt x="5773538" y="717443"/>
                          <a:pt x="5721911" y="856003"/>
                          <a:pt x="5769442" y="1046586"/>
                        </a:cubicBezTo>
                        <a:cubicBezTo>
                          <a:pt x="5816973" y="1237169"/>
                          <a:pt x="5719748" y="1360287"/>
                          <a:pt x="5769442" y="1531589"/>
                        </a:cubicBezTo>
                        <a:cubicBezTo>
                          <a:pt x="5819136" y="1702891"/>
                          <a:pt x="5746900" y="1822760"/>
                          <a:pt x="5769442" y="2067645"/>
                        </a:cubicBezTo>
                        <a:cubicBezTo>
                          <a:pt x="5791984" y="2312530"/>
                          <a:pt x="5721506" y="2427434"/>
                          <a:pt x="5769442" y="2552648"/>
                        </a:cubicBezTo>
                        <a:cubicBezTo>
                          <a:pt x="5617403" y="2592862"/>
                          <a:pt x="5444418" y="2497693"/>
                          <a:pt x="5307887" y="2552648"/>
                        </a:cubicBezTo>
                        <a:cubicBezTo>
                          <a:pt x="5171357" y="2607603"/>
                          <a:pt x="5023415" y="2508029"/>
                          <a:pt x="4846331" y="2552648"/>
                        </a:cubicBezTo>
                        <a:cubicBezTo>
                          <a:pt x="4669247" y="2597267"/>
                          <a:pt x="4422128" y="2507814"/>
                          <a:pt x="4153998" y="2552648"/>
                        </a:cubicBezTo>
                        <a:cubicBezTo>
                          <a:pt x="3885868" y="2597482"/>
                          <a:pt x="3841926" y="2525618"/>
                          <a:pt x="3692443" y="2552648"/>
                        </a:cubicBezTo>
                        <a:cubicBezTo>
                          <a:pt x="3542961" y="2579678"/>
                          <a:pt x="3357701" y="2484497"/>
                          <a:pt x="3057804" y="2552648"/>
                        </a:cubicBezTo>
                        <a:cubicBezTo>
                          <a:pt x="2757907" y="2620799"/>
                          <a:pt x="2712523" y="2548547"/>
                          <a:pt x="2480860" y="2552648"/>
                        </a:cubicBezTo>
                        <a:cubicBezTo>
                          <a:pt x="2249197" y="2556749"/>
                          <a:pt x="2219891" y="2532491"/>
                          <a:pt x="2076999" y="2552648"/>
                        </a:cubicBezTo>
                        <a:cubicBezTo>
                          <a:pt x="1934107" y="2572805"/>
                          <a:pt x="1653643" y="2516197"/>
                          <a:pt x="1442360" y="2552648"/>
                        </a:cubicBezTo>
                        <a:cubicBezTo>
                          <a:pt x="1231077" y="2589099"/>
                          <a:pt x="1090178" y="2525208"/>
                          <a:pt x="923111" y="2552648"/>
                        </a:cubicBezTo>
                        <a:cubicBezTo>
                          <a:pt x="756044" y="2580088"/>
                          <a:pt x="654469" y="2507378"/>
                          <a:pt x="519250" y="2552648"/>
                        </a:cubicBezTo>
                        <a:cubicBezTo>
                          <a:pt x="384031" y="2597918"/>
                          <a:pt x="130429" y="2508515"/>
                          <a:pt x="0" y="2552648"/>
                        </a:cubicBezTo>
                        <a:cubicBezTo>
                          <a:pt x="-20542" y="2371820"/>
                          <a:pt x="30907" y="2191207"/>
                          <a:pt x="0" y="2093171"/>
                        </a:cubicBezTo>
                        <a:cubicBezTo>
                          <a:pt x="-30907" y="1995135"/>
                          <a:pt x="44014" y="1799241"/>
                          <a:pt x="0" y="1582642"/>
                        </a:cubicBezTo>
                        <a:cubicBezTo>
                          <a:pt x="-44014" y="1366043"/>
                          <a:pt x="51962" y="1279911"/>
                          <a:pt x="0" y="1148692"/>
                        </a:cubicBezTo>
                        <a:cubicBezTo>
                          <a:pt x="-51962" y="1017473"/>
                          <a:pt x="8923" y="769006"/>
                          <a:pt x="0" y="587109"/>
                        </a:cubicBezTo>
                        <a:cubicBezTo>
                          <a:pt x="-8923" y="405212"/>
                          <a:pt x="55232" y="21291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Новосибирский зоопарк имени Р.А. Шило">
            <a:extLst>
              <a:ext uri="{FF2B5EF4-FFF2-40B4-BE49-F238E27FC236}">
                <a16:creationId xmlns:a16="http://schemas.microsoft.com/office/drawing/2014/main" id="{1683DBDA-D272-A5D2-D336-725EF308D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6" t="24267" r="8219" b="30192"/>
          <a:stretch>
            <a:fillRect/>
          </a:stretch>
        </p:blipFill>
        <p:spPr bwMode="auto">
          <a:xfrm>
            <a:off x="573144" y="4168483"/>
            <a:ext cx="6007040" cy="2437761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Новосибирский Академгородок город учёных посреди сибирской тайги в блоге  Города и сёла России / Сделано у нас">
            <a:extLst>
              <a:ext uri="{FF2B5EF4-FFF2-40B4-BE49-F238E27FC236}">
                <a16:creationId xmlns:a16="http://schemas.microsoft.com/office/drawing/2014/main" id="{D44D99EC-0D62-3749-E1D0-B9D9C4A96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" t="10753" r="8678" b="5652"/>
          <a:stretch>
            <a:fillRect/>
          </a:stretch>
        </p:blipFill>
        <p:spPr bwMode="auto">
          <a:xfrm>
            <a:off x="7446835" y="3936325"/>
            <a:ext cx="4205781" cy="2744294"/>
          </a:xfrm>
          <a:prstGeom prst="rect">
            <a:avLst/>
          </a:prstGeom>
          <a:noFill/>
          <a:ln w="12700">
            <a:noFill/>
            <a:prstDash val="sysDash"/>
            <a:extLst>
              <a:ext uri="{C807C97D-BFC1-408E-A445-0C87EB9F89A2}">
                <ask:lineSketchStyleProps xmlns:ask="http://schemas.microsoft.com/office/drawing/2018/sketchyshapes" sd="2627012933">
                  <a:custGeom>
                    <a:avLst/>
                    <a:gdLst>
                      <a:gd name="connsiteX0" fmla="*/ 0 w 4205781"/>
                      <a:gd name="connsiteY0" fmla="*/ 0 h 2744294"/>
                      <a:gd name="connsiteX1" fmla="*/ 441607 w 4205781"/>
                      <a:gd name="connsiteY1" fmla="*/ 0 h 2744294"/>
                      <a:gd name="connsiteX2" fmla="*/ 1009387 w 4205781"/>
                      <a:gd name="connsiteY2" fmla="*/ 0 h 2744294"/>
                      <a:gd name="connsiteX3" fmla="*/ 1577168 w 4205781"/>
                      <a:gd name="connsiteY3" fmla="*/ 0 h 2744294"/>
                      <a:gd name="connsiteX4" fmla="*/ 2060833 w 4205781"/>
                      <a:gd name="connsiteY4" fmla="*/ 0 h 2744294"/>
                      <a:gd name="connsiteX5" fmla="*/ 2544498 w 4205781"/>
                      <a:gd name="connsiteY5" fmla="*/ 0 h 2744294"/>
                      <a:gd name="connsiteX6" fmla="*/ 3028162 w 4205781"/>
                      <a:gd name="connsiteY6" fmla="*/ 0 h 2744294"/>
                      <a:gd name="connsiteX7" fmla="*/ 3553885 w 4205781"/>
                      <a:gd name="connsiteY7" fmla="*/ 0 h 2744294"/>
                      <a:gd name="connsiteX8" fmla="*/ 4205781 w 4205781"/>
                      <a:gd name="connsiteY8" fmla="*/ 0 h 2744294"/>
                      <a:gd name="connsiteX9" fmla="*/ 4205781 w 4205781"/>
                      <a:gd name="connsiteY9" fmla="*/ 466530 h 2744294"/>
                      <a:gd name="connsiteX10" fmla="*/ 4205781 w 4205781"/>
                      <a:gd name="connsiteY10" fmla="*/ 1042832 h 2744294"/>
                      <a:gd name="connsiteX11" fmla="*/ 4205781 w 4205781"/>
                      <a:gd name="connsiteY11" fmla="*/ 1564248 h 2744294"/>
                      <a:gd name="connsiteX12" fmla="*/ 4205781 w 4205781"/>
                      <a:gd name="connsiteY12" fmla="*/ 2058221 h 2744294"/>
                      <a:gd name="connsiteX13" fmla="*/ 4205781 w 4205781"/>
                      <a:gd name="connsiteY13" fmla="*/ 2744294 h 2744294"/>
                      <a:gd name="connsiteX14" fmla="*/ 3806232 w 4205781"/>
                      <a:gd name="connsiteY14" fmla="*/ 2744294 h 2744294"/>
                      <a:gd name="connsiteX15" fmla="*/ 3238451 w 4205781"/>
                      <a:gd name="connsiteY15" fmla="*/ 2744294 h 2744294"/>
                      <a:gd name="connsiteX16" fmla="*/ 2796844 w 4205781"/>
                      <a:gd name="connsiteY16" fmla="*/ 2744294 h 2744294"/>
                      <a:gd name="connsiteX17" fmla="*/ 2313180 w 4205781"/>
                      <a:gd name="connsiteY17" fmla="*/ 2744294 h 2744294"/>
                      <a:gd name="connsiteX18" fmla="*/ 1787457 w 4205781"/>
                      <a:gd name="connsiteY18" fmla="*/ 2744294 h 2744294"/>
                      <a:gd name="connsiteX19" fmla="*/ 1345850 w 4205781"/>
                      <a:gd name="connsiteY19" fmla="*/ 2744294 h 2744294"/>
                      <a:gd name="connsiteX20" fmla="*/ 946301 w 4205781"/>
                      <a:gd name="connsiteY20" fmla="*/ 2744294 h 2744294"/>
                      <a:gd name="connsiteX21" fmla="*/ 0 w 4205781"/>
                      <a:gd name="connsiteY21" fmla="*/ 2744294 h 2744294"/>
                      <a:gd name="connsiteX22" fmla="*/ 0 w 4205781"/>
                      <a:gd name="connsiteY22" fmla="*/ 2277764 h 2744294"/>
                      <a:gd name="connsiteX23" fmla="*/ 0 w 4205781"/>
                      <a:gd name="connsiteY23" fmla="*/ 1783791 h 2744294"/>
                      <a:gd name="connsiteX24" fmla="*/ 0 w 4205781"/>
                      <a:gd name="connsiteY24" fmla="*/ 1180046 h 2744294"/>
                      <a:gd name="connsiteX25" fmla="*/ 0 w 4205781"/>
                      <a:gd name="connsiteY25" fmla="*/ 603745 h 2744294"/>
                      <a:gd name="connsiteX26" fmla="*/ 0 w 4205781"/>
                      <a:gd name="connsiteY26" fmla="*/ 0 h 27442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4205781" h="2744294" extrusionOk="0">
                        <a:moveTo>
                          <a:pt x="0" y="0"/>
                        </a:moveTo>
                        <a:cubicBezTo>
                          <a:pt x="166372" y="-12782"/>
                          <a:pt x="306516" y="18208"/>
                          <a:pt x="441607" y="0"/>
                        </a:cubicBezTo>
                        <a:cubicBezTo>
                          <a:pt x="576698" y="-18208"/>
                          <a:pt x="859488" y="54046"/>
                          <a:pt x="1009387" y="0"/>
                        </a:cubicBezTo>
                        <a:cubicBezTo>
                          <a:pt x="1159286" y="-54046"/>
                          <a:pt x="1313288" y="11351"/>
                          <a:pt x="1577168" y="0"/>
                        </a:cubicBezTo>
                        <a:cubicBezTo>
                          <a:pt x="1841048" y="-11351"/>
                          <a:pt x="1931598" y="13499"/>
                          <a:pt x="2060833" y="0"/>
                        </a:cubicBezTo>
                        <a:cubicBezTo>
                          <a:pt x="2190068" y="-13499"/>
                          <a:pt x="2311999" y="8709"/>
                          <a:pt x="2544498" y="0"/>
                        </a:cubicBezTo>
                        <a:cubicBezTo>
                          <a:pt x="2776998" y="-8709"/>
                          <a:pt x="2898239" y="44859"/>
                          <a:pt x="3028162" y="0"/>
                        </a:cubicBezTo>
                        <a:cubicBezTo>
                          <a:pt x="3158085" y="-44859"/>
                          <a:pt x="3318932" y="61299"/>
                          <a:pt x="3553885" y="0"/>
                        </a:cubicBezTo>
                        <a:cubicBezTo>
                          <a:pt x="3788838" y="-61299"/>
                          <a:pt x="3955656" y="24686"/>
                          <a:pt x="4205781" y="0"/>
                        </a:cubicBezTo>
                        <a:cubicBezTo>
                          <a:pt x="4238036" y="125926"/>
                          <a:pt x="4160260" y="269255"/>
                          <a:pt x="4205781" y="466530"/>
                        </a:cubicBezTo>
                        <a:cubicBezTo>
                          <a:pt x="4251302" y="663805"/>
                          <a:pt x="4163031" y="872045"/>
                          <a:pt x="4205781" y="1042832"/>
                        </a:cubicBezTo>
                        <a:cubicBezTo>
                          <a:pt x="4248531" y="1213619"/>
                          <a:pt x="4179486" y="1442326"/>
                          <a:pt x="4205781" y="1564248"/>
                        </a:cubicBezTo>
                        <a:cubicBezTo>
                          <a:pt x="4232076" y="1686170"/>
                          <a:pt x="4177163" y="1843902"/>
                          <a:pt x="4205781" y="2058221"/>
                        </a:cubicBezTo>
                        <a:cubicBezTo>
                          <a:pt x="4234399" y="2272540"/>
                          <a:pt x="4147165" y="2578665"/>
                          <a:pt x="4205781" y="2744294"/>
                        </a:cubicBezTo>
                        <a:cubicBezTo>
                          <a:pt x="4085407" y="2760201"/>
                          <a:pt x="3994211" y="2725115"/>
                          <a:pt x="3806232" y="2744294"/>
                        </a:cubicBezTo>
                        <a:cubicBezTo>
                          <a:pt x="3618253" y="2763473"/>
                          <a:pt x="3516432" y="2730684"/>
                          <a:pt x="3238451" y="2744294"/>
                        </a:cubicBezTo>
                        <a:cubicBezTo>
                          <a:pt x="2960470" y="2757904"/>
                          <a:pt x="2990754" y="2712377"/>
                          <a:pt x="2796844" y="2744294"/>
                        </a:cubicBezTo>
                        <a:cubicBezTo>
                          <a:pt x="2602934" y="2776211"/>
                          <a:pt x="2499573" y="2726811"/>
                          <a:pt x="2313180" y="2744294"/>
                        </a:cubicBezTo>
                        <a:cubicBezTo>
                          <a:pt x="2126787" y="2761777"/>
                          <a:pt x="2000329" y="2712274"/>
                          <a:pt x="1787457" y="2744294"/>
                        </a:cubicBezTo>
                        <a:cubicBezTo>
                          <a:pt x="1574585" y="2776314"/>
                          <a:pt x="1560409" y="2732942"/>
                          <a:pt x="1345850" y="2744294"/>
                        </a:cubicBezTo>
                        <a:cubicBezTo>
                          <a:pt x="1131291" y="2755646"/>
                          <a:pt x="1084745" y="2741235"/>
                          <a:pt x="946301" y="2744294"/>
                        </a:cubicBezTo>
                        <a:cubicBezTo>
                          <a:pt x="807857" y="2747353"/>
                          <a:pt x="405225" y="2698233"/>
                          <a:pt x="0" y="2744294"/>
                        </a:cubicBezTo>
                        <a:cubicBezTo>
                          <a:pt x="-22900" y="2634631"/>
                          <a:pt x="34810" y="2478845"/>
                          <a:pt x="0" y="2277764"/>
                        </a:cubicBezTo>
                        <a:cubicBezTo>
                          <a:pt x="-34810" y="2076683"/>
                          <a:pt x="2258" y="1927183"/>
                          <a:pt x="0" y="1783791"/>
                        </a:cubicBezTo>
                        <a:cubicBezTo>
                          <a:pt x="-2258" y="1640399"/>
                          <a:pt x="26095" y="1462358"/>
                          <a:pt x="0" y="1180046"/>
                        </a:cubicBezTo>
                        <a:cubicBezTo>
                          <a:pt x="-26095" y="897735"/>
                          <a:pt x="29961" y="787225"/>
                          <a:pt x="0" y="603745"/>
                        </a:cubicBezTo>
                        <a:cubicBezTo>
                          <a:pt x="-29961" y="420265"/>
                          <a:pt x="34804" y="22095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45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верхние углы 10">
            <a:extLst>
              <a:ext uri="{FF2B5EF4-FFF2-40B4-BE49-F238E27FC236}">
                <a16:creationId xmlns:a16="http://schemas.microsoft.com/office/drawing/2014/main" id="{65E323B5-DFA7-6432-CBA1-C64FE3A1C960}"/>
              </a:ext>
            </a:extLst>
          </p:cNvPr>
          <p:cNvSpPr/>
          <p:nvPr/>
        </p:nvSpPr>
        <p:spPr>
          <a:xfrm rot="5400000">
            <a:off x="1037483" y="2774557"/>
            <a:ext cx="2733510" cy="4939294"/>
          </a:xfrm>
          <a:prstGeom prst="round2Same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верхние углы 9">
            <a:extLst>
              <a:ext uri="{FF2B5EF4-FFF2-40B4-BE49-F238E27FC236}">
                <a16:creationId xmlns:a16="http://schemas.microsoft.com/office/drawing/2014/main" id="{96B9B339-148C-51E6-A5C4-DB26E5872C23}"/>
              </a:ext>
            </a:extLst>
          </p:cNvPr>
          <p:cNvSpPr/>
          <p:nvPr/>
        </p:nvSpPr>
        <p:spPr>
          <a:xfrm rot="5400000">
            <a:off x="1072426" y="-489488"/>
            <a:ext cx="2650385" cy="4891274"/>
          </a:xfrm>
          <a:prstGeom prst="round2Same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Гроза люфтваффе. Как Александр Покрышкин стал одним из величайших летчиков  в истории и наводил ужас на немецких асов: Оружие: Наука и техника: Lenta.ru">
            <a:extLst>
              <a:ext uri="{FF2B5EF4-FFF2-40B4-BE49-F238E27FC236}">
                <a16:creationId xmlns:a16="http://schemas.microsoft.com/office/drawing/2014/main" id="{0A112B74-471C-A0AA-E1A2-76A143F77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29" y="4142957"/>
            <a:ext cx="3953941" cy="222409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311CCE-3AB1-8C7A-2687-BB5759D37D00}"/>
              </a:ext>
            </a:extLst>
          </p:cNvPr>
          <p:cNvSpPr txBox="1"/>
          <p:nvPr/>
        </p:nvSpPr>
        <p:spPr>
          <a:xfrm>
            <a:off x="191525" y="3442559"/>
            <a:ext cx="4682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andara" panose="020E0502030303020204" pitchFamily="34" charset="0"/>
              </a:rPr>
              <a:t>Александр Иванович Покрышкин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A032BD-8446-F6F8-9DA2-58EC4E1B6914}"/>
              </a:ext>
            </a:extLst>
          </p:cNvPr>
          <p:cNvSpPr txBox="1"/>
          <p:nvPr/>
        </p:nvSpPr>
        <p:spPr>
          <a:xfrm>
            <a:off x="204176" y="201100"/>
            <a:ext cx="47397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kern="0" dirty="0">
                <a:solidFill>
                  <a:schemeClr val="bg1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</a:rPr>
              <a:t>Шило Ростислав Александрович </a:t>
            </a:r>
            <a:endParaRPr lang="ru-RU" sz="24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pic>
        <p:nvPicPr>
          <p:cNvPr id="1028" name="Picture 4" descr="Ростислав Александрович Шило Знаменитые жители Новосибирска">
            <a:extLst>
              <a:ext uri="{FF2B5EF4-FFF2-40B4-BE49-F238E27FC236}">
                <a16:creationId xmlns:a16="http://schemas.microsoft.com/office/drawing/2014/main" id="{6C42B481-375C-7A91-0C18-8ADC98633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60" y="823982"/>
            <a:ext cx="3456769" cy="2302208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3653220659">
                  <a:custGeom>
                    <a:avLst/>
                    <a:gdLst>
                      <a:gd name="connsiteX0" fmla="*/ 0 w 3097311"/>
                      <a:gd name="connsiteY0" fmla="*/ 0 h 2062809"/>
                      <a:gd name="connsiteX1" fmla="*/ 454272 w 3097311"/>
                      <a:gd name="connsiteY1" fmla="*/ 0 h 2062809"/>
                      <a:gd name="connsiteX2" fmla="*/ 939518 w 3097311"/>
                      <a:gd name="connsiteY2" fmla="*/ 0 h 2062809"/>
                      <a:gd name="connsiteX3" fmla="*/ 1362817 w 3097311"/>
                      <a:gd name="connsiteY3" fmla="*/ 0 h 2062809"/>
                      <a:gd name="connsiteX4" fmla="*/ 1817089 w 3097311"/>
                      <a:gd name="connsiteY4" fmla="*/ 0 h 2062809"/>
                      <a:gd name="connsiteX5" fmla="*/ 2271361 w 3097311"/>
                      <a:gd name="connsiteY5" fmla="*/ 0 h 2062809"/>
                      <a:gd name="connsiteX6" fmla="*/ 3097311 w 3097311"/>
                      <a:gd name="connsiteY6" fmla="*/ 0 h 2062809"/>
                      <a:gd name="connsiteX7" fmla="*/ 3097311 w 3097311"/>
                      <a:gd name="connsiteY7" fmla="*/ 536330 h 2062809"/>
                      <a:gd name="connsiteX8" fmla="*/ 3097311 w 3097311"/>
                      <a:gd name="connsiteY8" fmla="*/ 1031405 h 2062809"/>
                      <a:gd name="connsiteX9" fmla="*/ 3097311 w 3097311"/>
                      <a:gd name="connsiteY9" fmla="*/ 1588363 h 2062809"/>
                      <a:gd name="connsiteX10" fmla="*/ 3097311 w 3097311"/>
                      <a:gd name="connsiteY10" fmla="*/ 2062809 h 2062809"/>
                      <a:gd name="connsiteX11" fmla="*/ 2581093 w 3097311"/>
                      <a:gd name="connsiteY11" fmla="*/ 2062809 h 2062809"/>
                      <a:gd name="connsiteX12" fmla="*/ 2157793 w 3097311"/>
                      <a:gd name="connsiteY12" fmla="*/ 2062809 h 2062809"/>
                      <a:gd name="connsiteX13" fmla="*/ 1734494 w 3097311"/>
                      <a:gd name="connsiteY13" fmla="*/ 2062809 h 2062809"/>
                      <a:gd name="connsiteX14" fmla="*/ 1280222 w 3097311"/>
                      <a:gd name="connsiteY14" fmla="*/ 2062809 h 2062809"/>
                      <a:gd name="connsiteX15" fmla="*/ 856923 w 3097311"/>
                      <a:gd name="connsiteY15" fmla="*/ 2062809 h 2062809"/>
                      <a:gd name="connsiteX16" fmla="*/ 0 w 3097311"/>
                      <a:gd name="connsiteY16" fmla="*/ 2062809 h 2062809"/>
                      <a:gd name="connsiteX17" fmla="*/ 0 w 3097311"/>
                      <a:gd name="connsiteY17" fmla="*/ 1608991 h 2062809"/>
                      <a:gd name="connsiteX18" fmla="*/ 0 w 3097311"/>
                      <a:gd name="connsiteY18" fmla="*/ 1052033 h 2062809"/>
                      <a:gd name="connsiteX19" fmla="*/ 0 w 3097311"/>
                      <a:gd name="connsiteY19" fmla="*/ 577587 h 2062809"/>
                      <a:gd name="connsiteX20" fmla="*/ 0 w 3097311"/>
                      <a:gd name="connsiteY20" fmla="*/ 0 h 2062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097311" h="2062809" extrusionOk="0">
                        <a:moveTo>
                          <a:pt x="0" y="0"/>
                        </a:moveTo>
                        <a:cubicBezTo>
                          <a:pt x="102143" y="-21393"/>
                          <a:pt x="336193" y="36596"/>
                          <a:pt x="454272" y="0"/>
                        </a:cubicBezTo>
                        <a:cubicBezTo>
                          <a:pt x="572351" y="-36596"/>
                          <a:pt x="763521" y="48742"/>
                          <a:pt x="939518" y="0"/>
                        </a:cubicBezTo>
                        <a:cubicBezTo>
                          <a:pt x="1115515" y="-48742"/>
                          <a:pt x="1242756" y="17276"/>
                          <a:pt x="1362817" y="0"/>
                        </a:cubicBezTo>
                        <a:cubicBezTo>
                          <a:pt x="1482878" y="-17276"/>
                          <a:pt x="1613688" y="4347"/>
                          <a:pt x="1817089" y="0"/>
                        </a:cubicBezTo>
                        <a:cubicBezTo>
                          <a:pt x="2020490" y="-4347"/>
                          <a:pt x="2083462" y="14951"/>
                          <a:pt x="2271361" y="0"/>
                        </a:cubicBezTo>
                        <a:cubicBezTo>
                          <a:pt x="2459260" y="-14951"/>
                          <a:pt x="2692521" y="86650"/>
                          <a:pt x="3097311" y="0"/>
                        </a:cubicBezTo>
                        <a:cubicBezTo>
                          <a:pt x="3159828" y="173445"/>
                          <a:pt x="3096561" y="389568"/>
                          <a:pt x="3097311" y="536330"/>
                        </a:cubicBezTo>
                        <a:cubicBezTo>
                          <a:pt x="3098061" y="683092"/>
                          <a:pt x="3083313" y="859458"/>
                          <a:pt x="3097311" y="1031405"/>
                        </a:cubicBezTo>
                        <a:cubicBezTo>
                          <a:pt x="3111309" y="1203352"/>
                          <a:pt x="3073543" y="1434528"/>
                          <a:pt x="3097311" y="1588363"/>
                        </a:cubicBezTo>
                        <a:cubicBezTo>
                          <a:pt x="3121079" y="1742198"/>
                          <a:pt x="3052940" y="1862988"/>
                          <a:pt x="3097311" y="2062809"/>
                        </a:cubicBezTo>
                        <a:cubicBezTo>
                          <a:pt x="2955605" y="2091478"/>
                          <a:pt x="2802202" y="2047007"/>
                          <a:pt x="2581093" y="2062809"/>
                        </a:cubicBezTo>
                        <a:cubicBezTo>
                          <a:pt x="2359984" y="2078611"/>
                          <a:pt x="2329272" y="2025363"/>
                          <a:pt x="2157793" y="2062809"/>
                        </a:cubicBezTo>
                        <a:cubicBezTo>
                          <a:pt x="1986314" y="2100255"/>
                          <a:pt x="1937600" y="2043234"/>
                          <a:pt x="1734494" y="2062809"/>
                        </a:cubicBezTo>
                        <a:cubicBezTo>
                          <a:pt x="1531388" y="2082384"/>
                          <a:pt x="1410361" y="2045275"/>
                          <a:pt x="1280222" y="2062809"/>
                        </a:cubicBezTo>
                        <a:cubicBezTo>
                          <a:pt x="1150083" y="2080343"/>
                          <a:pt x="998639" y="2056776"/>
                          <a:pt x="856923" y="2062809"/>
                        </a:cubicBezTo>
                        <a:cubicBezTo>
                          <a:pt x="715207" y="2068842"/>
                          <a:pt x="378826" y="1998583"/>
                          <a:pt x="0" y="2062809"/>
                        </a:cubicBezTo>
                        <a:cubicBezTo>
                          <a:pt x="-34070" y="1928630"/>
                          <a:pt x="33345" y="1713148"/>
                          <a:pt x="0" y="1608991"/>
                        </a:cubicBezTo>
                        <a:cubicBezTo>
                          <a:pt x="-33345" y="1504834"/>
                          <a:pt x="17931" y="1272437"/>
                          <a:pt x="0" y="1052033"/>
                        </a:cubicBezTo>
                        <a:cubicBezTo>
                          <a:pt x="-17931" y="831629"/>
                          <a:pt x="17101" y="717130"/>
                          <a:pt x="0" y="577587"/>
                        </a:cubicBezTo>
                        <a:cubicBezTo>
                          <a:pt x="-17101" y="438044"/>
                          <a:pt x="68169" y="24169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BA1CF-12C2-4024-BE3D-D7483BED3F44}"/>
              </a:ext>
            </a:extLst>
          </p:cNvPr>
          <p:cNvSpPr txBox="1"/>
          <p:nvPr/>
        </p:nvSpPr>
        <p:spPr>
          <a:xfrm>
            <a:off x="5622031" y="431932"/>
            <a:ext cx="6028915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ndara" panose="020E0502030303020204" pitchFamily="34" charset="0"/>
              </a:rPr>
              <a:t>Михаил Лаврентьев, Валентин Коптюг, Георгий </a:t>
            </a:r>
            <a:r>
              <a:rPr lang="ru-RU" sz="2400" dirty="0" err="1">
                <a:solidFill>
                  <a:schemeClr val="bg1"/>
                </a:solidFill>
                <a:latin typeface="Candara" panose="020E0502030303020204" pitchFamily="34" charset="0"/>
              </a:rPr>
              <a:t>Лыщинский</a:t>
            </a:r>
            <a:r>
              <a:rPr lang="ru-RU" sz="2400" dirty="0">
                <a:solidFill>
                  <a:schemeClr val="bg1"/>
                </a:solidFill>
                <a:latin typeface="Candara" panose="020E0502030303020204" pitchFamily="34" charset="0"/>
              </a:rPr>
              <a:t>, Георгий Боресков, Герш Будкер, Николай Добрецов, Евгений Мешалкин, Юрий Бородин, Арнольд Кац, Вера </a:t>
            </a:r>
            <a:r>
              <a:rPr lang="ru-RU" sz="2400" dirty="0" err="1">
                <a:solidFill>
                  <a:schemeClr val="bg1"/>
                </a:solidFill>
                <a:latin typeface="Candara" panose="020E0502030303020204" pitchFamily="34" charset="0"/>
              </a:rPr>
              <a:t>Редлих</a:t>
            </a:r>
            <a:r>
              <a:rPr lang="ru-RU" sz="2400" dirty="0">
                <a:solidFill>
                  <a:schemeClr val="bg1"/>
                </a:solidFill>
                <a:latin typeface="Candara" panose="020E0502030303020204" pitchFamily="34" charset="0"/>
              </a:rPr>
              <a:t>, Аскольд Муров, Исидор Зак, Любовь </a:t>
            </a:r>
            <a:r>
              <a:rPr lang="ru-RU" sz="2400" dirty="0" err="1">
                <a:solidFill>
                  <a:schemeClr val="bg1"/>
                </a:solidFill>
                <a:latin typeface="Candara" panose="020E0502030303020204" pitchFamily="34" charset="0"/>
              </a:rPr>
              <a:t>Гершунова</a:t>
            </a:r>
            <a:r>
              <a:rPr lang="ru-RU" sz="2400" dirty="0">
                <a:solidFill>
                  <a:schemeClr val="bg1"/>
                </a:solidFill>
                <a:latin typeface="Candara" panose="020E0502030303020204" pitchFamily="34" charset="0"/>
              </a:rPr>
              <a:t>, Юрий </a:t>
            </a:r>
            <a:r>
              <a:rPr lang="ru-RU" sz="2400" dirty="0" err="1">
                <a:solidFill>
                  <a:schemeClr val="bg1"/>
                </a:solidFill>
                <a:latin typeface="Candara" panose="020E0502030303020204" pitchFamily="34" charset="0"/>
              </a:rPr>
              <a:t>Магалиф</a:t>
            </a:r>
            <a:r>
              <a:rPr lang="ru-RU" sz="2400" dirty="0">
                <a:solidFill>
                  <a:schemeClr val="bg1"/>
                </a:solidFill>
                <a:latin typeface="Candara" panose="020E0502030303020204" pitchFamily="34" charset="0"/>
              </a:rPr>
              <a:t>, Николай Самохин, Михаил Михеев, Владлен Бирюков, Николай </a:t>
            </a:r>
            <a:r>
              <a:rPr lang="ru-RU" sz="2400" dirty="0" err="1">
                <a:solidFill>
                  <a:schemeClr val="bg1"/>
                </a:solidFill>
                <a:latin typeface="Candara" panose="020E0502030303020204" pitchFamily="34" charset="0"/>
              </a:rPr>
              <a:t>Грицюк</a:t>
            </a:r>
            <a:r>
              <a:rPr lang="ru-RU" sz="2400" dirty="0">
                <a:solidFill>
                  <a:schemeClr val="bg1"/>
                </a:solidFill>
                <a:latin typeface="Candara" panose="020E0502030303020204" pitchFamily="34" charset="0"/>
              </a:rPr>
              <a:t>, Евгений </a:t>
            </a:r>
            <a:r>
              <a:rPr lang="ru-RU" sz="2400" dirty="0" err="1">
                <a:solidFill>
                  <a:schemeClr val="bg1"/>
                </a:solidFill>
                <a:latin typeface="Candara" panose="020E0502030303020204" pitchFamily="34" charset="0"/>
              </a:rPr>
              <a:t>Чернобровцев</a:t>
            </a:r>
            <a:r>
              <a:rPr lang="ru-RU" sz="2400" dirty="0">
                <a:solidFill>
                  <a:schemeClr val="bg1"/>
                </a:solidFill>
                <a:latin typeface="Candara" panose="020E0502030303020204" pitchFamily="34" charset="0"/>
              </a:rPr>
              <a:t>, Вениамин Чебанов, Вадим Репин, Виктор Маркин, Роман Власов, Александр Карелин, Станислав Поздняков, Григорий Кириенко, Игорь Полянский, Андрей Перлов, Сергей Булыгин, Анна Богалий, Евгений Подгорный, Ирина </a:t>
            </a:r>
            <a:r>
              <a:rPr lang="ru-RU" sz="2400" dirty="0" err="1">
                <a:solidFill>
                  <a:schemeClr val="bg1"/>
                </a:solidFill>
                <a:latin typeface="Candara" panose="020E0502030303020204" pitchFamily="34" charset="0"/>
              </a:rPr>
              <a:t>Минх</a:t>
            </a:r>
            <a:r>
              <a:rPr lang="ru-RU" sz="2400" dirty="0">
                <a:solidFill>
                  <a:schemeClr val="bg1"/>
                </a:solidFill>
                <a:latin typeface="Candara" panose="020E0502030303020204" pitchFamily="34" charset="0"/>
              </a:rPr>
              <a:t>. </a:t>
            </a:r>
            <a:r>
              <a:rPr lang="ru-RU" sz="2400" dirty="0" err="1">
                <a:solidFill>
                  <a:schemeClr val="bg1"/>
                </a:solidFill>
                <a:latin typeface="Candara" panose="020E0502030303020204" pitchFamily="34" charset="0"/>
              </a:rPr>
              <a:t>Элджей</a:t>
            </a:r>
            <a:r>
              <a:rPr lang="ru-RU" sz="2400" dirty="0">
                <a:solidFill>
                  <a:schemeClr val="bg1"/>
                </a:solidFill>
                <a:latin typeface="Candara" panose="020E0502030303020204" pitchFamily="34" charset="0"/>
              </a:rPr>
              <a:t>, Дава, Пелагея, Слава Марлоу, Фомин Митя, Шура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88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8000">
              <a:srgbClr val="435B66"/>
            </a:gs>
            <a:gs pos="44000">
              <a:srgbClr val="5F7078"/>
            </a:gs>
            <a:gs pos="0">
              <a:schemeClr val="bg1">
                <a:lumMod val="65000"/>
              </a:schemeClr>
            </a:gs>
            <a:gs pos="100000">
              <a:schemeClr val="accent1">
                <a:lumMod val="5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Четвёртый мост в Новосибирске будет бесплатным до официального открытия -  Вести">
            <a:extLst>
              <a:ext uri="{FF2B5EF4-FFF2-40B4-BE49-F238E27FC236}">
                <a16:creationId xmlns:a16="http://schemas.microsoft.com/office/drawing/2014/main" id="{CF96CE27-ACAF-E59F-A3B3-54714764A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427" y="3573378"/>
            <a:ext cx="5284539" cy="297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Новосибирский Государственный Университет">
            <a:extLst>
              <a:ext uri="{FF2B5EF4-FFF2-40B4-BE49-F238E27FC236}">
                <a16:creationId xmlns:a16="http://schemas.microsoft.com/office/drawing/2014/main" id="{24D83092-4800-F27C-8D46-AD7E3FC08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32" y="1242694"/>
            <a:ext cx="4336083" cy="2901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6BCD97-F9AB-2E94-0463-7F746F108295}"/>
              </a:ext>
            </a:extLst>
          </p:cNvPr>
          <p:cNvSpPr txBox="1"/>
          <p:nvPr/>
        </p:nvSpPr>
        <p:spPr>
          <a:xfrm>
            <a:off x="908930" y="409680"/>
            <a:ext cx="5238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СИЛЬНЫЕ СТОРОНЫ </a:t>
            </a:r>
            <a:endParaRPr lang="ru-RU" sz="36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4DED34-4458-F548-C8D9-9E29A39E4681}"/>
              </a:ext>
            </a:extLst>
          </p:cNvPr>
          <p:cNvSpPr txBox="1"/>
          <p:nvPr/>
        </p:nvSpPr>
        <p:spPr>
          <a:xfrm>
            <a:off x="7635315" y="409680"/>
            <a:ext cx="3109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ПРОБЛЕМЫ</a:t>
            </a:r>
            <a:endParaRPr lang="ru-RU" sz="36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3078" name="Picture 6" descr="Строительство Транссибирской магистрали - Инфографика ТАСС">
            <a:extLst>
              <a:ext uri="{FF2B5EF4-FFF2-40B4-BE49-F238E27FC236}">
                <a16:creationId xmlns:a16="http://schemas.microsoft.com/office/drawing/2014/main" id="{9FBA47ED-E2C4-481A-AEFA-A3C7972E6F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51" b="10672"/>
          <a:stretch>
            <a:fillRect/>
          </a:stretch>
        </p:blipFill>
        <p:spPr bwMode="auto">
          <a:xfrm>
            <a:off x="506661" y="4478392"/>
            <a:ext cx="4978886" cy="210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Пробки на дорогах Казани достигли 9 баллов | 05.02.2026 | Казань -  БезФормата">
            <a:extLst>
              <a:ext uri="{FF2B5EF4-FFF2-40B4-BE49-F238E27FC236}">
                <a16:creationId xmlns:a16="http://schemas.microsoft.com/office/drawing/2014/main" id="{D411FEBA-D43C-2C2F-D728-1D73E3F95A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34" b="9063" l="86873" r="9455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913" t="2730" r="4484" b="90233"/>
          <a:stretch>
            <a:fillRect/>
          </a:stretch>
        </p:blipFill>
        <p:spPr bwMode="auto">
          <a:xfrm>
            <a:off x="8787597" y="1338947"/>
            <a:ext cx="1697547" cy="165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F331365-A038-C1F5-FF3D-ABE15503F3BC}"/>
              </a:ext>
            </a:extLst>
          </p:cNvPr>
          <p:cNvSpPr/>
          <p:nvPr/>
        </p:nvSpPr>
        <p:spPr>
          <a:xfrm>
            <a:off x="5915163" y="-48126"/>
            <a:ext cx="150212" cy="696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372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71657-A531-3C9D-D75F-7421539F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78" y="792444"/>
            <a:ext cx="11668444" cy="5273112"/>
          </a:xfrm>
        </p:spPr>
        <p:txBody>
          <a:bodyPr>
            <a:prstTxWarp prst="textPlain">
              <a:avLst/>
            </a:prstTxWarp>
          </a:bodyPr>
          <a:lstStyle/>
          <a:p>
            <a:pPr>
              <a:lnSpc>
                <a:spcPts val="3200"/>
              </a:lnSpc>
            </a:pPr>
            <a:r>
              <a:rPr lang="ru-RU" b="1" dirty="0"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Bahnschrift Condensed" panose="020B0502040204020203" pitchFamily="34" charset="0"/>
              </a:rPr>
              <a:t>СПАСИБО ЗА</a:t>
            </a:r>
            <a:br>
              <a:rPr lang="ru-RU" b="1" dirty="0"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Bahnschrift Condensed" panose="020B0502040204020203" pitchFamily="34" charset="0"/>
              </a:rPr>
            </a:br>
            <a:r>
              <a:rPr lang="ru-RU" b="1" dirty="0"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Bahnschrift Condensed" panose="020B0502040204020203" pitchFamily="34" charset="0"/>
              </a:rPr>
              <a:t>ВНИМАНИЕ !</a:t>
            </a:r>
          </a:p>
        </p:txBody>
      </p:sp>
    </p:spTree>
    <p:extLst>
      <p:ext uri="{BB962C8B-B14F-4D97-AF65-F5344CB8AC3E}">
        <p14:creationId xmlns:p14="http://schemas.microsoft.com/office/powerpoint/2010/main" val="32257965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164</Words>
  <Application>Microsoft Office PowerPoint</Application>
  <PresentationFormat>Широкоэкранный</PresentationFormat>
  <Paragraphs>29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Bahnschrift Condensed</vt:lpstr>
      <vt:lpstr>Bahnschrift SemiBold</vt:lpstr>
      <vt:lpstr>Bahnschrift SemiBold Condensed</vt:lpstr>
      <vt:lpstr>Bookman Old Style</vt:lpstr>
      <vt:lpstr>Candara</vt:lpstr>
      <vt:lpstr>Trebuchet MS</vt:lpstr>
      <vt:lpstr>Тема Office</vt:lpstr>
      <vt:lpstr>НОВОСИБИРСК</vt:lpstr>
      <vt:lpstr>Презентация PowerPoint</vt:lpstr>
      <vt:lpstr>1893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Quasar</dc:creator>
  <cp:lastModifiedBy>Quasar</cp:lastModifiedBy>
  <cp:revision>16</cp:revision>
  <dcterms:created xsi:type="dcterms:W3CDTF">2026-09-17T13:50:38Z</dcterms:created>
  <dcterms:modified xsi:type="dcterms:W3CDTF">2026-09-22T21:34:53Z</dcterms:modified>
</cp:coreProperties>
</file>